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notesMasterIdLst>
    <p:notesMasterId r:id="rId38"/>
  </p:notesMasterIdLst>
  <p:sldIdLst>
    <p:sldId id="287" r:id="rId2"/>
    <p:sldId id="342" r:id="rId3"/>
    <p:sldId id="281" r:id="rId4"/>
    <p:sldId id="268" r:id="rId5"/>
    <p:sldId id="282" r:id="rId6"/>
    <p:sldId id="272" r:id="rId7"/>
    <p:sldId id="270" r:id="rId8"/>
    <p:sldId id="340" r:id="rId9"/>
    <p:sldId id="336" r:id="rId10"/>
    <p:sldId id="305" r:id="rId11"/>
    <p:sldId id="258" r:id="rId12"/>
    <p:sldId id="348" r:id="rId13"/>
    <p:sldId id="354" r:id="rId14"/>
    <p:sldId id="355" r:id="rId15"/>
    <p:sldId id="358" r:id="rId16"/>
    <p:sldId id="359" r:id="rId17"/>
    <p:sldId id="290" r:id="rId18"/>
    <p:sldId id="337" r:id="rId19"/>
    <p:sldId id="332" r:id="rId20"/>
    <p:sldId id="279" r:id="rId21"/>
    <p:sldId id="339" r:id="rId22"/>
    <p:sldId id="352" r:id="rId23"/>
    <p:sldId id="286" r:id="rId24"/>
    <p:sldId id="300" r:id="rId25"/>
    <p:sldId id="314" r:id="rId26"/>
    <p:sldId id="309" r:id="rId27"/>
    <p:sldId id="288" r:id="rId28"/>
    <p:sldId id="293" r:id="rId29"/>
    <p:sldId id="315" r:id="rId30"/>
    <p:sldId id="316" r:id="rId31"/>
    <p:sldId id="317" r:id="rId32"/>
    <p:sldId id="292" r:id="rId33"/>
    <p:sldId id="310" r:id="rId34"/>
    <p:sldId id="322" r:id="rId35"/>
    <p:sldId id="327" r:id="rId36"/>
    <p:sldId id="323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098558-DF9E-4BDE-88AC-23BC332C2C61}" v="217" dt="2024-02-20T09:25:12.6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6374" autoAdjust="0"/>
  </p:normalViewPr>
  <p:slideViewPr>
    <p:cSldViewPr snapToGrid="0">
      <p:cViewPr varScale="1">
        <p:scale>
          <a:sx n="59" d="100"/>
          <a:sy n="59" d="100"/>
        </p:scale>
        <p:origin x="9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mita Arora" userId="bce441479ebfac8e" providerId="LiveId" clId="{BE098558-DF9E-4BDE-88AC-23BC332C2C61}"/>
    <pc:docChg chg="undo redo custSel addSld delSld modSld sldOrd modMainMaster">
      <pc:chgData name="Nimita Arora" userId="bce441479ebfac8e" providerId="LiveId" clId="{BE098558-DF9E-4BDE-88AC-23BC332C2C61}" dt="2024-02-20T09:32:12.857" v="3250" actId="14100"/>
      <pc:docMkLst>
        <pc:docMk/>
      </pc:docMkLst>
      <pc:sldChg chg="addSp delSp modSp mod setBg modAnim chgLayout">
        <pc:chgData name="Nimita Arora" userId="bce441479ebfac8e" providerId="LiveId" clId="{BE098558-DF9E-4BDE-88AC-23BC332C2C61}" dt="2024-02-20T09:13:22.992" v="2965" actId="2711"/>
        <pc:sldMkLst>
          <pc:docMk/>
          <pc:sldMk cId="4215842530" sldId="258"/>
        </pc:sldMkLst>
        <pc:spChg chg="del mod ord">
          <ac:chgData name="Nimita Arora" userId="bce441479ebfac8e" providerId="LiveId" clId="{BE098558-DF9E-4BDE-88AC-23BC332C2C61}" dt="2024-02-19T07:14:14.337" v="2170" actId="12084"/>
          <ac:spMkLst>
            <pc:docMk/>
            <pc:sldMk cId="4215842530" sldId="258"/>
            <ac:spMk id="2" creationId="{0A8631F5-E030-4C6F-8D54-C23D3EF15F8E}"/>
          </ac:spMkLst>
        </pc:spChg>
        <pc:spChg chg="add del mod ord">
          <ac:chgData name="Nimita Arora" userId="bce441479ebfac8e" providerId="LiveId" clId="{BE098558-DF9E-4BDE-88AC-23BC332C2C61}" dt="2024-02-14T08:39:53.446" v="66" actId="700"/>
          <ac:spMkLst>
            <pc:docMk/>
            <pc:sldMk cId="4215842530" sldId="258"/>
            <ac:spMk id="4" creationId="{E919A954-C7BA-7B78-2655-024C3619B6D0}"/>
          </ac:spMkLst>
        </pc:spChg>
        <pc:spChg chg="mod">
          <ac:chgData name="Nimita Arora" userId="bce441479ebfac8e" providerId="LiveId" clId="{BE098558-DF9E-4BDE-88AC-23BC332C2C61}" dt="2024-02-20T09:13:22.992" v="2965" actId="2711"/>
          <ac:spMkLst>
            <pc:docMk/>
            <pc:sldMk cId="4215842530" sldId="258"/>
            <ac:spMk id="8" creationId="{EC71A040-0FD4-4857-86FA-3761BF51C778}"/>
          </ac:spMkLst>
        </pc:spChg>
        <pc:graphicFrameChg chg="add mod">
          <ac:chgData name="Nimita Arora" userId="bce441479ebfac8e" providerId="LiveId" clId="{BE098558-DF9E-4BDE-88AC-23BC332C2C61}" dt="2024-02-20T06:15:21.127" v="2468" actId="14100"/>
          <ac:graphicFrameMkLst>
            <pc:docMk/>
            <pc:sldMk cId="4215842530" sldId="258"/>
            <ac:graphicFrameMk id="4" creationId="{F94EE9C5-710C-D683-5B2C-4301A018D18B}"/>
          </ac:graphicFrameMkLst>
        </pc:graphicFrameChg>
        <pc:picChg chg="add del mod">
          <ac:chgData name="Nimita Arora" userId="bce441479ebfac8e" providerId="LiveId" clId="{BE098558-DF9E-4BDE-88AC-23BC332C2C61}" dt="2024-02-20T06:11:20.346" v="2441" actId="478"/>
          <ac:picMkLst>
            <pc:docMk/>
            <pc:sldMk cId="4215842530" sldId="258"/>
            <ac:picMk id="3" creationId="{326EFB49-18B9-B476-3D8D-9254F5C3859A}"/>
          </ac:picMkLst>
        </pc:picChg>
        <pc:picChg chg="del">
          <ac:chgData name="Nimita Arora" userId="bce441479ebfac8e" providerId="LiveId" clId="{BE098558-DF9E-4BDE-88AC-23BC332C2C61}" dt="2024-02-16T06:19:42.120" v="659" actId="478"/>
          <ac:picMkLst>
            <pc:docMk/>
            <pc:sldMk cId="4215842530" sldId="258"/>
            <ac:picMk id="3" creationId="{516928C2-8873-58A3-CCA8-7729C3C16A6D}"/>
          </ac:picMkLst>
        </pc:picChg>
        <pc:picChg chg="add mod">
          <ac:chgData name="Nimita Arora" userId="bce441479ebfac8e" providerId="LiveId" clId="{BE098558-DF9E-4BDE-88AC-23BC332C2C61}" dt="2024-02-20T06:11:27.385" v="2442" actId="14100"/>
          <ac:picMkLst>
            <pc:docMk/>
            <pc:sldMk cId="4215842530" sldId="258"/>
            <ac:picMk id="5" creationId="{E7970CC8-3580-411A-DD38-6FB8DD054294}"/>
          </ac:picMkLst>
        </pc:picChg>
      </pc:sldChg>
      <pc:sldChg chg="del">
        <pc:chgData name="Nimita Arora" userId="bce441479ebfac8e" providerId="LiveId" clId="{BE098558-DF9E-4BDE-88AC-23BC332C2C61}" dt="2024-02-14T08:29:42.378" v="18" actId="2696"/>
        <pc:sldMkLst>
          <pc:docMk/>
          <pc:sldMk cId="3998752402" sldId="260"/>
        </pc:sldMkLst>
      </pc:sldChg>
      <pc:sldChg chg="del">
        <pc:chgData name="Nimita Arora" userId="bce441479ebfac8e" providerId="LiveId" clId="{BE098558-DF9E-4BDE-88AC-23BC332C2C61}" dt="2024-02-14T11:20:11.698" v="445" actId="2696"/>
        <pc:sldMkLst>
          <pc:docMk/>
          <pc:sldMk cId="280482041" sldId="267"/>
        </pc:sldMkLst>
      </pc:sldChg>
      <pc:sldChg chg="addSp delSp modSp mod">
        <pc:chgData name="Nimita Arora" userId="bce441479ebfac8e" providerId="LiveId" clId="{BE098558-DF9E-4BDE-88AC-23BC332C2C61}" dt="2024-02-20T09:05:10.741" v="2875"/>
        <pc:sldMkLst>
          <pc:docMk/>
          <pc:sldMk cId="2706018430" sldId="268"/>
        </pc:sldMkLst>
        <pc:spChg chg="mod">
          <ac:chgData name="Nimita Arora" userId="bce441479ebfac8e" providerId="LiveId" clId="{BE098558-DF9E-4BDE-88AC-23BC332C2C61}" dt="2024-02-20T08:52:15.606" v="2809" actId="115"/>
          <ac:spMkLst>
            <pc:docMk/>
            <pc:sldMk cId="2706018430" sldId="268"/>
            <ac:spMk id="2" creationId="{ECE89142-0104-4203-B2C7-420DF5CAAC96}"/>
          </ac:spMkLst>
        </pc:spChg>
        <pc:spChg chg="mod">
          <ac:chgData name="Nimita Arora" userId="bce441479ebfac8e" providerId="LiveId" clId="{BE098558-DF9E-4BDE-88AC-23BC332C2C61}" dt="2024-02-20T08:58:07.541" v="2810" actId="2711"/>
          <ac:spMkLst>
            <pc:docMk/>
            <pc:sldMk cId="2706018430" sldId="268"/>
            <ac:spMk id="3" creationId="{F17CD3AA-5065-4F44-A82C-2D74600B8562}"/>
          </ac:spMkLst>
        </pc:spChg>
        <pc:spChg chg="mod">
          <ac:chgData name="Nimita Arora" userId="bce441479ebfac8e" providerId="LiveId" clId="{BE098558-DF9E-4BDE-88AC-23BC332C2C61}" dt="2024-02-20T09:05:10.741" v="2875"/>
          <ac:spMkLst>
            <pc:docMk/>
            <pc:sldMk cId="2706018430" sldId="268"/>
            <ac:spMk id="5" creationId="{260AB8CB-AFB4-4F5E-9EA5-D35EC213A0B9}"/>
          </ac:spMkLst>
        </pc:spChg>
        <pc:spChg chg="add del mod">
          <ac:chgData name="Nimita Arora" userId="bce441479ebfac8e" providerId="LiveId" clId="{BE098558-DF9E-4BDE-88AC-23BC332C2C61}" dt="2024-02-19T07:19:56.230" v="2229" actId="478"/>
          <ac:spMkLst>
            <pc:docMk/>
            <pc:sldMk cId="2706018430" sldId="268"/>
            <ac:spMk id="11" creationId="{360FFBCA-76F6-6039-FA83-6637FF946351}"/>
          </ac:spMkLst>
        </pc:spChg>
        <pc:graphicFrameChg chg="add del modGraphic">
          <ac:chgData name="Nimita Arora" userId="bce441479ebfac8e" providerId="LiveId" clId="{BE098558-DF9E-4BDE-88AC-23BC332C2C61}" dt="2024-02-19T06:41:26.299" v="2010" actId="1032"/>
          <ac:graphicFrameMkLst>
            <pc:docMk/>
            <pc:sldMk cId="2706018430" sldId="268"/>
            <ac:graphicFrameMk id="8" creationId="{6A07A542-CB05-0B12-D404-33C33A285577}"/>
          </ac:graphicFrameMkLst>
        </pc:graphicFrameChg>
        <pc:picChg chg="add del mod">
          <ac:chgData name="Nimita Arora" userId="bce441479ebfac8e" providerId="LiveId" clId="{BE098558-DF9E-4BDE-88AC-23BC332C2C61}" dt="2024-02-19T07:19:56.230" v="2229" actId="478"/>
          <ac:picMkLst>
            <pc:docMk/>
            <pc:sldMk cId="2706018430" sldId="268"/>
            <ac:picMk id="10" creationId="{12577AF2-740C-8AC0-8D66-A4E69E9AFDC2}"/>
          </ac:picMkLst>
        </pc:picChg>
      </pc:sldChg>
      <pc:sldChg chg="modSp mod">
        <pc:chgData name="Nimita Arora" userId="bce441479ebfac8e" providerId="LiveId" clId="{BE098558-DF9E-4BDE-88AC-23BC332C2C61}" dt="2024-02-20T09:11:43.106" v="2946" actId="14100"/>
        <pc:sldMkLst>
          <pc:docMk/>
          <pc:sldMk cId="2588542724" sldId="270"/>
        </pc:sldMkLst>
        <pc:spChg chg="mod">
          <ac:chgData name="Nimita Arora" userId="bce441479ebfac8e" providerId="LiveId" clId="{BE098558-DF9E-4BDE-88AC-23BC332C2C61}" dt="2024-02-20T09:08:17.186" v="2894"/>
          <ac:spMkLst>
            <pc:docMk/>
            <pc:sldMk cId="2588542724" sldId="270"/>
            <ac:spMk id="2" creationId="{05F5B0D3-5CA9-4430-A175-2BE282A27080}"/>
          </ac:spMkLst>
        </pc:spChg>
        <pc:spChg chg="mod">
          <ac:chgData name="Nimita Arora" userId="bce441479ebfac8e" providerId="LiveId" clId="{BE098558-DF9E-4BDE-88AC-23BC332C2C61}" dt="2024-02-20T09:09:32.613" v="2903" actId="2711"/>
          <ac:spMkLst>
            <pc:docMk/>
            <pc:sldMk cId="2588542724" sldId="270"/>
            <ac:spMk id="5" creationId="{7491E560-87B1-44C7-8B03-9E00BF5F4A50}"/>
          </ac:spMkLst>
        </pc:spChg>
        <pc:spChg chg="mod">
          <ac:chgData name="Nimita Arora" userId="bce441479ebfac8e" providerId="LiveId" clId="{BE098558-DF9E-4BDE-88AC-23BC332C2C61}" dt="2024-02-20T09:09:15.068" v="2902" actId="2711"/>
          <ac:spMkLst>
            <pc:docMk/>
            <pc:sldMk cId="2588542724" sldId="270"/>
            <ac:spMk id="6" creationId="{7F94CE8A-790C-4551-B583-4CB8BAB79B19}"/>
          </ac:spMkLst>
        </pc:spChg>
        <pc:spChg chg="mod">
          <ac:chgData name="Nimita Arora" userId="bce441479ebfac8e" providerId="LiveId" clId="{BE098558-DF9E-4BDE-88AC-23BC332C2C61}" dt="2024-02-20T09:09:45.914" v="2904" actId="2711"/>
          <ac:spMkLst>
            <pc:docMk/>
            <pc:sldMk cId="2588542724" sldId="270"/>
            <ac:spMk id="7" creationId="{96E8A31E-86E9-4A44-85BA-0D7B45ECE57C}"/>
          </ac:spMkLst>
        </pc:spChg>
        <pc:spChg chg="mod">
          <ac:chgData name="Nimita Arora" userId="bce441479ebfac8e" providerId="LiveId" clId="{BE098558-DF9E-4BDE-88AC-23BC332C2C61}" dt="2024-02-20T09:05:10.741" v="2875"/>
          <ac:spMkLst>
            <pc:docMk/>
            <pc:sldMk cId="2588542724" sldId="270"/>
            <ac:spMk id="9" creationId="{5E95CD04-8E4B-46BF-B170-6173819C279E}"/>
          </ac:spMkLst>
        </pc:spChg>
        <pc:spChg chg="mod">
          <ac:chgData name="Nimita Arora" userId="bce441479ebfac8e" providerId="LiveId" clId="{BE098558-DF9E-4BDE-88AC-23BC332C2C61}" dt="2024-02-20T09:11:16.764" v="2943" actId="120"/>
          <ac:spMkLst>
            <pc:docMk/>
            <pc:sldMk cId="2588542724" sldId="270"/>
            <ac:spMk id="13" creationId="{13F08135-210C-4C6A-A251-5A88C3A1F66F}"/>
          </ac:spMkLst>
        </pc:spChg>
        <pc:spChg chg="mod">
          <ac:chgData name="Nimita Arora" userId="bce441479ebfac8e" providerId="LiveId" clId="{BE098558-DF9E-4BDE-88AC-23BC332C2C61}" dt="2024-02-20T09:11:22.465" v="2944" actId="120"/>
          <ac:spMkLst>
            <pc:docMk/>
            <pc:sldMk cId="2588542724" sldId="270"/>
            <ac:spMk id="14" creationId="{043BD940-D81E-4258-BAB9-C88DAAA7F8B9}"/>
          </ac:spMkLst>
        </pc:spChg>
        <pc:spChg chg="mod">
          <ac:chgData name="Nimita Arora" userId="bce441479ebfac8e" providerId="LiveId" clId="{BE098558-DF9E-4BDE-88AC-23BC332C2C61}" dt="2024-02-20T09:11:26.226" v="2945" actId="120"/>
          <ac:spMkLst>
            <pc:docMk/>
            <pc:sldMk cId="2588542724" sldId="270"/>
            <ac:spMk id="15" creationId="{57D06E21-977F-4762-BEAA-8EE63EE1784E}"/>
          </ac:spMkLst>
        </pc:spChg>
        <pc:graphicFrameChg chg="mod modGraphic">
          <ac:chgData name="Nimita Arora" userId="bce441479ebfac8e" providerId="LiveId" clId="{BE098558-DF9E-4BDE-88AC-23BC332C2C61}" dt="2024-02-20T09:11:43.106" v="2946" actId="14100"/>
          <ac:graphicFrameMkLst>
            <pc:docMk/>
            <pc:sldMk cId="2588542724" sldId="270"/>
            <ac:graphicFrameMk id="4" creationId="{09D70320-A6A1-4524-A5DD-C1351F5A14F0}"/>
          </ac:graphicFrameMkLst>
        </pc:graphicFrameChg>
      </pc:sldChg>
      <pc:sldChg chg="addSp delSp modSp mod chgLayout">
        <pc:chgData name="Nimita Arora" userId="bce441479ebfac8e" providerId="LiveId" clId="{BE098558-DF9E-4BDE-88AC-23BC332C2C61}" dt="2024-02-20T09:05:10.741" v="2875"/>
        <pc:sldMkLst>
          <pc:docMk/>
          <pc:sldMk cId="1085943340" sldId="272"/>
        </pc:sldMkLst>
        <pc:spChg chg="add del mod ord">
          <ac:chgData name="Nimita Arora" userId="bce441479ebfac8e" providerId="LiveId" clId="{BE098558-DF9E-4BDE-88AC-23BC332C2C61}" dt="2024-02-14T08:33:16.517" v="22" actId="700"/>
          <ac:spMkLst>
            <pc:docMk/>
            <pc:sldMk cId="1085943340" sldId="272"/>
            <ac:spMk id="2" creationId="{8970D3E4-6E1E-4E27-E1BE-763615872135}"/>
          </ac:spMkLst>
        </pc:spChg>
        <pc:spChg chg="mod">
          <ac:chgData name="Nimita Arora" userId="bce441479ebfac8e" providerId="LiveId" clId="{BE098558-DF9E-4BDE-88AC-23BC332C2C61}" dt="2024-02-20T09:04:07.670" v="2874" actId="1076"/>
          <ac:spMkLst>
            <pc:docMk/>
            <pc:sldMk cId="1085943340" sldId="272"/>
            <ac:spMk id="4" creationId="{19E18425-0B07-479A-87BE-0CC3EBBC116B}"/>
          </ac:spMkLst>
        </pc:spChg>
        <pc:spChg chg="mod">
          <ac:chgData name="Nimita Arora" userId="bce441479ebfac8e" providerId="LiveId" clId="{BE098558-DF9E-4BDE-88AC-23BC332C2C61}" dt="2024-02-20T09:03:53.071" v="2872" actId="2711"/>
          <ac:spMkLst>
            <pc:docMk/>
            <pc:sldMk cId="1085943340" sldId="272"/>
            <ac:spMk id="6" creationId="{373C0E60-1B67-41A0-A578-ECE5450ECBA2}"/>
          </ac:spMkLst>
        </pc:spChg>
        <pc:spChg chg="mod">
          <ac:chgData name="Nimita Arora" userId="bce441479ebfac8e" providerId="LiveId" clId="{BE098558-DF9E-4BDE-88AC-23BC332C2C61}" dt="2024-02-20T09:03:10.919" v="2861" actId="255"/>
          <ac:spMkLst>
            <pc:docMk/>
            <pc:sldMk cId="1085943340" sldId="272"/>
            <ac:spMk id="7" creationId="{BCD4D351-21FA-4ED2-9718-55FFE60BEC25}"/>
          </ac:spMkLst>
        </pc:spChg>
        <pc:spChg chg="mod">
          <ac:chgData name="Nimita Arora" userId="bce441479ebfac8e" providerId="LiveId" clId="{BE098558-DF9E-4BDE-88AC-23BC332C2C61}" dt="2024-02-20T09:03:00.152" v="2860" actId="113"/>
          <ac:spMkLst>
            <pc:docMk/>
            <pc:sldMk cId="1085943340" sldId="272"/>
            <ac:spMk id="8" creationId="{A4BD0009-BEF2-4BE4-8E6B-6BA1401669F1}"/>
          </ac:spMkLst>
        </pc:spChg>
        <pc:spChg chg="mod ord">
          <ac:chgData name="Nimita Arora" userId="bce441479ebfac8e" providerId="LiveId" clId="{BE098558-DF9E-4BDE-88AC-23BC332C2C61}" dt="2024-02-20T09:05:10.741" v="2875"/>
          <ac:spMkLst>
            <pc:docMk/>
            <pc:sldMk cId="1085943340" sldId="272"/>
            <ac:spMk id="13" creationId="{1D1929DF-E382-4962-9FA5-513B9CFA2EEE}"/>
          </ac:spMkLst>
        </pc:spChg>
        <pc:spChg chg="mod ord">
          <ac:chgData name="Nimita Arora" userId="bce441479ebfac8e" providerId="LiveId" clId="{BE098558-DF9E-4BDE-88AC-23BC332C2C61}" dt="2024-02-20T09:03:36.819" v="2870" actId="14100"/>
          <ac:spMkLst>
            <pc:docMk/>
            <pc:sldMk cId="1085943340" sldId="272"/>
            <ac:spMk id="14" creationId="{F3581439-9A56-4E16-97F8-992A114D9727}"/>
          </ac:spMkLst>
        </pc:spChg>
        <pc:grpChg chg="mod">
          <ac:chgData name="Nimita Arora" userId="bce441479ebfac8e" providerId="LiveId" clId="{BE098558-DF9E-4BDE-88AC-23BC332C2C61}" dt="2024-02-19T06:57:50.687" v="2127"/>
          <ac:grpSpMkLst>
            <pc:docMk/>
            <pc:sldMk cId="1085943340" sldId="272"/>
            <ac:grpSpMk id="5" creationId="{77B66359-6711-42A8-890E-495133BD6C39}"/>
          </ac:grpSpMkLst>
        </pc:grpChg>
        <pc:inkChg chg="add del mod">
          <ac:chgData name="Nimita Arora" userId="bce441479ebfac8e" providerId="LiveId" clId="{BE098558-DF9E-4BDE-88AC-23BC332C2C61}" dt="2024-02-19T06:57:52.599" v="2128" actId="9405"/>
          <ac:inkMkLst>
            <pc:docMk/>
            <pc:sldMk cId="1085943340" sldId="272"/>
            <ac:inkMk id="2" creationId="{569FF86B-6270-A12D-4F41-4F9E8CF68465}"/>
          </ac:inkMkLst>
        </pc:inkChg>
        <pc:inkChg chg="add del mod">
          <ac:chgData name="Nimita Arora" userId="bce441479ebfac8e" providerId="LiveId" clId="{BE098558-DF9E-4BDE-88AC-23BC332C2C61}" dt="2024-02-19T06:57:50.687" v="2127"/>
          <ac:inkMkLst>
            <pc:docMk/>
            <pc:sldMk cId="1085943340" sldId="272"/>
            <ac:inkMk id="3" creationId="{F2E9C0E6-FD5E-68B9-5538-17263EE6D84F}"/>
          </ac:inkMkLst>
        </pc:inkChg>
      </pc:sldChg>
      <pc:sldChg chg="modSp mod ord">
        <pc:chgData name="Nimita Arora" userId="bce441479ebfac8e" providerId="LiveId" clId="{BE098558-DF9E-4BDE-88AC-23BC332C2C61}" dt="2024-02-20T09:32:12.857" v="3250" actId="14100"/>
        <pc:sldMkLst>
          <pc:docMk/>
          <pc:sldMk cId="3183889442" sldId="279"/>
        </pc:sldMkLst>
        <pc:spChg chg="mod">
          <ac:chgData name="Nimita Arora" userId="bce441479ebfac8e" providerId="LiveId" clId="{BE098558-DF9E-4BDE-88AC-23BC332C2C61}" dt="2024-02-20T09:27:33.342" v="3219" actId="115"/>
          <ac:spMkLst>
            <pc:docMk/>
            <pc:sldMk cId="3183889442" sldId="279"/>
            <ac:spMk id="3" creationId="{BD60F4FB-9653-406E-B56E-A1D3E1B50E12}"/>
          </ac:spMkLst>
        </pc:spChg>
        <pc:graphicFrameChg chg="mod modGraphic">
          <ac:chgData name="Nimita Arora" userId="bce441479ebfac8e" providerId="LiveId" clId="{BE098558-DF9E-4BDE-88AC-23BC332C2C61}" dt="2024-02-20T09:32:12.857" v="3250" actId="14100"/>
          <ac:graphicFrameMkLst>
            <pc:docMk/>
            <pc:sldMk cId="3183889442" sldId="279"/>
            <ac:graphicFrameMk id="10" creationId="{89C710E4-3555-47BF-95DB-F3A0E22A3FA1}"/>
          </ac:graphicFrameMkLst>
        </pc:graphicFrameChg>
      </pc:sldChg>
      <pc:sldChg chg="addSp modSp mod modAnim modNotesTx">
        <pc:chgData name="Nimita Arora" userId="bce441479ebfac8e" providerId="LiveId" clId="{BE098558-DF9E-4BDE-88AC-23BC332C2C61}" dt="2024-02-20T08:58:49.337" v="2819"/>
        <pc:sldMkLst>
          <pc:docMk/>
          <pc:sldMk cId="2376532679" sldId="281"/>
        </pc:sldMkLst>
        <pc:spChg chg="mod">
          <ac:chgData name="Nimita Arora" userId="bce441479ebfac8e" providerId="LiveId" clId="{BE098558-DF9E-4BDE-88AC-23BC332C2C61}" dt="2024-02-20T08:58:49.337" v="2819"/>
          <ac:spMkLst>
            <pc:docMk/>
            <pc:sldMk cId="2376532679" sldId="281"/>
            <ac:spMk id="2" creationId="{47E302B6-CC8C-4AE4-91F8-47CB4DB49F48}"/>
          </ac:spMkLst>
        </pc:spChg>
        <pc:picChg chg="mod">
          <ac:chgData name="Nimita Arora" userId="bce441479ebfac8e" providerId="LiveId" clId="{BE098558-DF9E-4BDE-88AC-23BC332C2C61}" dt="2024-02-20T08:58:27.904" v="2811" actId="1076"/>
          <ac:picMkLst>
            <pc:docMk/>
            <pc:sldMk cId="2376532679" sldId="281"/>
            <ac:picMk id="5" creationId="{C8EEB94F-8B5E-4771-869E-9DBB517CB711}"/>
          </ac:picMkLst>
        </pc:picChg>
        <pc:inkChg chg="add">
          <ac:chgData name="Nimita Arora" userId="bce441479ebfac8e" providerId="LiveId" clId="{BE098558-DF9E-4BDE-88AC-23BC332C2C61}" dt="2024-02-19T06:57:29.411" v="2122" actId="9405"/>
          <ac:inkMkLst>
            <pc:docMk/>
            <pc:sldMk cId="2376532679" sldId="281"/>
            <ac:inkMk id="3" creationId="{435D3541-15AC-7EB4-83C8-78D0211513C7}"/>
          </ac:inkMkLst>
        </pc:inkChg>
      </pc:sldChg>
      <pc:sldChg chg="modSp mod">
        <pc:chgData name="Nimita Arora" userId="bce441479ebfac8e" providerId="LiveId" clId="{BE098558-DF9E-4BDE-88AC-23BC332C2C61}" dt="2024-02-20T09:00:58.785" v="2846" actId="20577"/>
        <pc:sldMkLst>
          <pc:docMk/>
          <pc:sldMk cId="1275520610" sldId="282"/>
        </pc:sldMkLst>
        <pc:spChg chg="mod">
          <ac:chgData name="Nimita Arora" userId="bce441479ebfac8e" providerId="LiveId" clId="{BE098558-DF9E-4BDE-88AC-23BC332C2C61}" dt="2024-02-20T09:00:17.288" v="2835"/>
          <ac:spMkLst>
            <pc:docMk/>
            <pc:sldMk cId="1275520610" sldId="282"/>
            <ac:spMk id="4" creationId="{EC51C4F3-5AFE-497D-A07A-09077F4DA55C}"/>
          </ac:spMkLst>
        </pc:spChg>
        <pc:spChg chg="mod">
          <ac:chgData name="Nimita Arora" userId="bce441479ebfac8e" providerId="LiveId" clId="{BE098558-DF9E-4BDE-88AC-23BC332C2C61}" dt="2024-02-20T09:00:58.785" v="2846" actId="20577"/>
          <ac:spMkLst>
            <pc:docMk/>
            <pc:sldMk cId="1275520610" sldId="282"/>
            <ac:spMk id="8" creationId="{24E1DFB4-8CA3-4D00-8285-59D458ADDF6D}"/>
          </ac:spMkLst>
        </pc:spChg>
        <pc:picChg chg="mod">
          <ac:chgData name="Nimita Arora" userId="bce441479ebfac8e" providerId="LiveId" clId="{BE098558-DF9E-4BDE-88AC-23BC332C2C61}" dt="2024-02-20T08:59:27.004" v="2821" actId="14100"/>
          <ac:picMkLst>
            <pc:docMk/>
            <pc:sldMk cId="1275520610" sldId="282"/>
            <ac:picMk id="5" creationId="{8985C785-7F48-4BD9-B349-241D95E1F07B}"/>
          </ac:picMkLst>
        </pc:picChg>
      </pc:sldChg>
      <pc:sldChg chg="modSp mod">
        <pc:chgData name="Nimita Arora" userId="bce441479ebfac8e" providerId="LiveId" clId="{BE098558-DF9E-4BDE-88AC-23BC332C2C61}" dt="2024-02-20T06:04:35.114" v="2403" actId="113"/>
        <pc:sldMkLst>
          <pc:docMk/>
          <pc:sldMk cId="421809751" sldId="286"/>
        </pc:sldMkLst>
        <pc:spChg chg="mod">
          <ac:chgData name="Nimita Arora" userId="bce441479ebfac8e" providerId="LiveId" clId="{BE098558-DF9E-4BDE-88AC-23BC332C2C61}" dt="2024-02-20T06:04:35.114" v="2403" actId="113"/>
          <ac:spMkLst>
            <pc:docMk/>
            <pc:sldMk cId="421809751" sldId="286"/>
            <ac:spMk id="3" creationId="{E96D1172-E8FE-46B0-8696-5904F6E400D3}"/>
          </ac:spMkLst>
        </pc:spChg>
      </pc:sldChg>
      <pc:sldChg chg="addSp delSp modSp mod modTransition">
        <pc:chgData name="Nimita Arora" userId="bce441479ebfac8e" providerId="LiveId" clId="{BE098558-DF9E-4BDE-88AC-23BC332C2C61}" dt="2024-02-20T06:05:10.233" v="2404" actId="14100"/>
        <pc:sldMkLst>
          <pc:docMk/>
          <pc:sldMk cId="2267200234" sldId="287"/>
        </pc:sldMkLst>
        <pc:spChg chg="mod">
          <ac:chgData name="Nimita Arora" userId="bce441479ebfac8e" providerId="LiveId" clId="{BE098558-DF9E-4BDE-88AC-23BC332C2C61}" dt="2024-02-20T06:05:10.233" v="2404" actId="14100"/>
          <ac:spMkLst>
            <pc:docMk/>
            <pc:sldMk cId="2267200234" sldId="287"/>
            <ac:spMk id="2" creationId="{7C4AAECE-AE96-44BE-960A-BAFB714B382B}"/>
          </ac:spMkLst>
        </pc:spChg>
        <pc:inkChg chg="add">
          <ac:chgData name="Nimita Arora" userId="bce441479ebfac8e" providerId="LiveId" clId="{BE098558-DF9E-4BDE-88AC-23BC332C2C61}" dt="2024-02-19T07:01:22.805" v="2142" actId="9405"/>
          <ac:inkMkLst>
            <pc:docMk/>
            <pc:sldMk cId="2267200234" sldId="287"/>
            <ac:inkMk id="3" creationId="{A7FF878B-79E2-95B0-A412-7880A5E889BD}"/>
          </ac:inkMkLst>
        </pc:inkChg>
        <pc:inkChg chg="add">
          <ac:chgData name="Nimita Arora" userId="bce441479ebfac8e" providerId="LiveId" clId="{BE098558-DF9E-4BDE-88AC-23BC332C2C61}" dt="2024-02-19T07:01:23.847" v="2143" actId="9405"/>
          <ac:inkMkLst>
            <pc:docMk/>
            <pc:sldMk cId="2267200234" sldId="287"/>
            <ac:inkMk id="4" creationId="{7A187C34-5C5F-D460-5B60-F4DB2C28E8D8}"/>
          </ac:inkMkLst>
        </pc:inkChg>
        <pc:inkChg chg="add">
          <ac:chgData name="Nimita Arora" userId="bce441479ebfac8e" providerId="LiveId" clId="{BE098558-DF9E-4BDE-88AC-23BC332C2C61}" dt="2024-02-19T07:01:24.240" v="2144" actId="9405"/>
          <ac:inkMkLst>
            <pc:docMk/>
            <pc:sldMk cId="2267200234" sldId="287"/>
            <ac:inkMk id="5" creationId="{EED8F332-E4A2-7075-A16F-E86C3295545D}"/>
          </ac:inkMkLst>
        </pc:inkChg>
        <pc:inkChg chg="add del">
          <ac:chgData name="Nimita Arora" userId="bce441479ebfac8e" providerId="LiveId" clId="{BE098558-DF9E-4BDE-88AC-23BC332C2C61}" dt="2024-02-19T07:01:33.383" v="2150" actId="9405"/>
          <ac:inkMkLst>
            <pc:docMk/>
            <pc:sldMk cId="2267200234" sldId="287"/>
            <ac:inkMk id="6" creationId="{A156B5F1-B7AE-5575-8224-BEF1B48DBC1A}"/>
          </ac:inkMkLst>
        </pc:inkChg>
        <pc:inkChg chg="add del">
          <ac:chgData name="Nimita Arora" userId="bce441479ebfac8e" providerId="LiveId" clId="{BE098558-DF9E-4BDE-88AC-23BC332C2C61}" dt="2024-02-19T07:01:31.740" v="2149" actId="9405"/>
          <ac:inkMkLst>
            <pc:docMk/>
            <pc:sldMk cId="2267200234" sldId="287"/>
            <ac:inkMk id="7" creationId="{72F5C360-D9B3-8A15-FB64-79E4C1608021}"/>
          </ac:inkMkLst>
        </pc:inkChg>
        <pc:inkChg chg="add del">
          <ac:chgData name="Nimita Arora" userId="bce441479ebfac8e" providerId="LiveId" clId="{BE098558-DF9E-4BDE-88AC-23BC332C2C61}" dt="2024-02-19T07:01:30.639" v="2148" actId="9405"/>
          <ac:inkMkLst>
            <pc:docMk/>
            <pc:sldMk cId="2267200234" sldId="287"/>
            <ac:inkMk id="8" creationId="{B7DD27BF-6F30-54F1-52D4-571FFF1F73FA}"/>
          </ac:inkMkLst>
        </pc:inkChg>
      </pc:sldChg>
      <pc:sldChg chg="modSp mod">
        <pc:chgData name="Nimita Arora" userId="bce441479ebfac8e" providerId="LiveId" clId="{BE098558-DF9E-4BDE-88AC-23BC332C2C61}" dt="2024-02-20T09:26:31.419" v="3211" actId="255"/>
        <pc:sldMkLst>
          <pc:docMk/>
          <pc:sldMk cId="3805101941" sldId="290"/>
        </pc:sldMkLst>
        <pc:spChg chg="mod">
          <ac:chgData name="Nimita Arora" userId="bce441479ebfac8e" providerId="LiveId" clId="{BE098558-DF9E-4BDE-88AC-23BC332C2C61}" dt="2024-02-20T09:26:31.419" v="3211" actId="255"/>
          <ac:spMkLst>
            <pc:docMk/>
            <pc:sldMk cId="3805101941" sldId="290"/>
            <ac:spMk id="2" creationId="{8A98B1BE-3985-58EF-4C0D-B6D9B8879D98}"/>
          </ac:spMkLst>
        </pc:spChg>
        <pc:picChg chg="mod">
          <ac:chgData name="Nimita Arora" userId="bce441479ebfac8e" providerId="LiveId" clId="{BE098558-DF9E-4BDE-88AC-23BC332C2C61}" dt="2024-02-19T07:48:55.815" v="2304" actId="14100"/>
          <ac:picMkLst>
            <pc:docMk/>
            <pc:sldMk cId="3805101941" sldId="290"/>
            <ac:picMk id="1030" creationId="{14A46C5B-2826-169C-D48A-5D198D5E6634}"/>
          </ac:picMkLst>
        </pc:picChg>
      </pc:sldChg>
      <pc:sldChg chg="del">
        <pc:chgData name="Nimita Arora" userId="bce441479ebfac8e" providerId="LiveId" clId="{BE098558-DF9E-4BDE-88AC-23BC332C2C61}" dt="2024-02-14T10:58:43.399" v="373" actId="2696"/>
        <pc:sldMkLst>
          <pc:docMk/>
          <pc:sldMk cId="576392974" sldId="304"/>
        </pc:sldMkLst>
      </pc:sldChg>
      <pc:sldChg chg="addSp delSp modSp mod">
        <pc:chgData name="Nimita Arora" userId="bce441479ebfac8e" providerId="LiveId" clId="{BE098558-DF9E-4BDE-88AC-23BC332C2C61}" dt="2024-02-20T09:13:06.811" v="2962"/>
        <pc:sldMkLst>
          <pc:docMk/>
          <pc:sldMk cId="650032339" sldId="305"/>
        </pc:sldMkLst>
        <pc:spChg chg="mod">
          <ac:chgData name="Nimita Arora" userId="bce441479ebfac8e" providerId="LiveId" clId="{BE098558-DF9E-4BDE-88AC-23BC332C2C61}" dt="2024-02-20T09:13:06.811" v="2962"/>
          <ac:spMkLst>
            <pc:docMk/>
            <pc:sldMk cId="650032339" sldId="305"/>
            <ac:spMk id="8" creationId="{EC71A040-0FD4-4857-86FA-3761BF51C778}"/>
          </ac:spMkLst>
        </pc:spChg>
        <pc:picChg chg="del">
          <ac:chgData name="Nimita Arora" userId="bce441479ebfac8e" providerId="LiveId" clId="{BE098558-DF9E-4BDE-88AC-23BC332C2C61}" dt="2024-02-16T06:19:05.811" v="652" actId="478"/>
          <ac:picMkLst>
            <pc:docMk/>
            <pc:sldMk cId="650032339" sldId="305"/>
            <ac:picMk id="2" creationId="{EC0F3DBB-A81A-467B-C85C-FF282CE6B619}"/>
          </ac:picMkLst>
        </pc:picChg>
        <pc:picChg chg="add mod">
          <ac:chgData name="Nimita Arora" userId="bce441479ebfac8e" providerId="LiveId" clId="{BE098558-DF9E-4BDE-88AC-23BC332C2C61}" dt="2024-02-20T06:10:20.783" v="2431" actId="14100"/>
          <ac:picMkLst>
            <pc:docMk/>
            <pc:sldMk cId="650032339" sldId="305"/>
            <ac:picMk id="4" creationId="{6E5C70D6-4567-B5CB-80F9-D94D8B95BA3E}"/>
          </ac:picMkLst>
        </pc:picChg>
      </pc:sldChg>
      <pc:sldChg chg="modSp mod">
        <pc:chgData name="Nimita Arora" userId="bce441479ebfac8e" providerId="LiveId" clId="{BE098558-DF9E-4BDE-88AC-23BC332C2C61}" dt="2024-02-19T06:59:36.462" v="2135" actId="27636"/>
        <pc:sldMkLst>
          <pc:docMk/>
          <pc:sldMk cId="335877255" sldId="309"/>
        </pc:sldMkLst>
        <pc:spChg chg="mod">
          <ac:chgData name="Nimita Arora" userId="bce441479ebfac8e" providerId="LiveId" clId="{BE098558-DF9E-4BDE-88AC-23BC332C2C61}" dt="2024-02-19T06:59:36.462" v="2135" actId="27636"/>
          <ac:spMkLst>
            <pc:docMk/>
            <pc:sldMk cId="335877255" sldId="309"/>
            <ac:spMk id="2" creationId="{009FA40A-E44F-C61F-457A-F677C520170E}"/>
          </ac:spMkLst>
        </pc:spChg>
      </pc:sldChg>
      <pc:sldChg chg="del">
        <pc:chgData name="Nimita Arora" userId="bce441479ebfac8e" providerId="LiveId" clId="{BE098558-DF9E-4BDE-88AC-23BC332C2C61}" dt="2024-02-14T08:29:19.367" v="17" actId="2696"/>
        <pc:sldMkLst>
          <pc:docMk/>
          <pc:sldMk cId="615613824" sldId="313"/>
        </pc:sldMkLst>
      </pc:sldChg>
      <pc:sldChg chg="modSp">
        <pc:chgData name="Nimita Arora" userId="bce441479ebfac8e" providerId="LiveId" clId="{BE098558-DF9E-4BDE-88AC-23BC332C2C61}" dt="2024-02-20T09:05:10.741" v="2875"/>
        <pc:sldMkLst>
          <pc:docMk/>
          <pc:sldMk cId="4093012704" sldId="314"/>
        </pc:sldMkLst>
        <pc:spChg chg="mod">
          <ac:chgData name="Nimita Arora" userId="bce441479ebfac8e" providerId="LiveId" clId="{BE098558-DF9E-4BDE-88AC-23BC332C2C61}" dt="2024-02-20T09:05:10.741" v="2875"/>
          <ac:spMkLst>
            <pc:docMk/>
            <pc:sldMk cId="4093012704" sldId="314"/>
            <ac:spMk id="2" creationId="{11C609F9-E792-4E7B-B9A1-BDAAFDBED3F8}"/>
          </ac:spMkLst>
        </pc:spChg>
        <pc:picChg chg="mod">
          <ac:chgData name="Nimita Arora" userId="bce441479ebfac8e" providerId="LiveId" clId="{BE098558-DF9E-4BDE-88AC-23BC332C2C61}" dt="2024-02-20T09:05:10.741" v="2875"/>
          <ac:picMkLst>
            <pc:docMk/>
            <pc:sldMk cId="4093012704" sldId="314"/>
            <ac:picMk id="5" creationId="{5DD9E8C3-3CE4-E786-DE6A-40F38233AADD}"/>
          </ac:picMkLst>
        </pc:picChg>
      </pc:sldChg>
      <pc:sldChg chg="modSp">
        <pc:chgData name="Nimita Arora" userId="bce441479ebfac8e" providerId="LiveId" clId="{BE098558-DF9E-4BDE-88AC-23BC332C2C61}" dt="2024-02-20T09:05:10.741" v="2875"/>
        <pc:sldMkLst>
          <pc:docMk/>
          <pc:sldMk cId="2205991786" sldId="315"/>
        </pc:sldMkLst>
        <pc:picChg chg="mod">
          <ac:chgData name="Nimita Arora" userId="bce441479ebfac8e" providerId="LiveId" clId="{BE098558-DF9E-4BDE-88AC-23BC332C2C61}" dt="2024-02-20T09:05:10.741" v="2875"/>
          <ac:picMkLst>
            <pc:docMk/>
            <pc:sldMk cId="2205991786" sldId="315"/>
            <ac:picMk id="3074" creationId="{E5B38202-A643-BC12-2A07-AA97022CD9F1}"/>
          </ac:picMkLst>
        </pc:picChg>
      </pc:sldChg>
      <pc:sldChg chg="modSp">
        <pc:chgData name="Nimita Arora" userId="bce441479ebfac8e" providerId="LiveId" clId="{BE098558-DF9E-4BDE-88AC-23BC332C2C61}" dt="2024-02-20T09:05:10.741" v="2875"/>
        <pc:sldMkLst>
          <pc:docMk/>
          <pc:sldMk cId="3301417788" sldId="323"/>
        </pc:sldMkLst>
        <pc:spChg chg="mod">
          <ac:chgData name="Nimita Arora" userId="bce441479ebfac8e" providerId="LiveId" clId="{BE098558-DF9E-4BDE-88AC-23BC332C2C61}" dt="2024-02-20T09:05:10.741" v="2875"/>
          <ac:spMkLst>
            <pc:docMk/>
            <pc:sldMk cId="3301417788" sldId="323"/>
            <ac:spMk id="2" creationId="{B046A86B-A642-2613-4AE4-95638EF639FE}"/>
          </ac:spMkLst>
        </pc:spChg>
        <pc:spChg chg="mod">
          <ac:chgData name="Nimita Arora" userId="bce441479ebfac8e" providerId="LiveId" clId="{BE098558-DF9E-4BDE-88AC-23BC332C2C61}" dt="2024-02-20T09:05:10.741" v="2875"/>
          <ac:spMkLst>
            <pc:docMk/>
            <pc:sldMk cId="3301417788" sldId="323"/>
            <ac:spMk id="3" creationId="{FD3021CB-71E8-28D6-D004-188CB25C6110}"/>
          </ac:spMkLst>
        </pc:spChg>
      </pc:sldChg>
      <pc:sldChg chg="del">
        <pc:chgData name="Nimita Arora" userId="bce441479ebfac8e" providerId="LiveId" clId="{BE098558-DF9E-4BDE-88AC-23BC332C2C61}" dt="2024-02-14T08:28:53.173" v="16" actId="2696"/>
        <pc:sldMkLst>
          <pc:docMk/>
          <pc:sldMk cId="1970311914" sldId="324"/>
        </pc:sldMkLst>
      </pc:sldChg>
      <pc:sldChg chg="modSp">
        <pc:chgData name="Nimita Arora" userId="bce441479ebfac8e" providerId="LiveId" clId="{BE098558-DF9E-4BDE-88AC-23BC332C2C61}" dt="2024-02-20T09:05:10.741" v="2875"/>
        <pc:sldMkLst>
          <pc:docMk/>
          <pc:sldMk cId="2975254940" sldId="327"/>
        </pc:sldMkLst>
        <pc:picChg chg="mod">
          <ac:chgData name="Nimita Arora" userId="bce441479ebfac8e" providerId="LiveId" clId="{BE098558-DF9E-4BDE-88AC-23BC332C2C61}" dt="2024-02-20T09:05:10.741" v="2875"/>
          <ac:picMkLst>
            <pc:docMk/>
            <pc:sldMk cId="2975254940" sldId="327"/>
            <ac:picMk id="3074" creationId="{B5F77B55-8D9D-1089-A270-DC21259956CC}"/>
          </ac:picMkLst>
        </pc:picChg>
      </pc:sldChg>
      <pc:sldChg chg="del">
        <pc:chgData name="Nimita Arora" userId="bce441479ebfac8e" providerId="LiveId" clId="{BE098558-DF9E-4BDE-88AC-23BC332C2C61}" dt="2024-02-14T08:28:42.281" v="14" actId="2696"/>
        <pc:sldMkLst>
          <pc:docMk/>
          <pc:sldMk cId="3379799116" sldId="331"/>
        </pc:sldMkLst>
      </pc:sldChg>
      <pc:sldChg chg="modSp mod ord">
        <pc:chgData name="Nimita Arora" userId="bce441479ebfac8e" providerId="LiveId" clId="{BE098558-DF9E-4BDE-88AC-23BC332C2C61}" dt="2024-02-20T09:27:05.003" v="3216" actId="2711"/>
        <pc:sldMkLst>
          <pc:docMk/>
          <pc:sldMk cId="3177422211" sldId="332"/>
        </pc:sldMkLst>
        <pc:spChg chg="mod">
          <ac:chgData name="Nimita Arora" userId="bce441479ebfac8e" providerId="LiveId" clId="{BE098558-DF9E-4BDE-88AC-23BC332C2C61}" dt="2024-02-20T09:26:53.822" v="3215" actId="115"/>
          <ac:spMkLst>
            <pc:docMk/>
            <pc:sldMk cId="3177422211" sldId="332"/>
            <ac:spMk id="2" creationId="{00000000-0000-0000-0000-000000000000}"/>
          </ac:spMkLst>
        </pc:spChg>
        <pc:spChg chg="mod">
          <ac:chgData name="Nimita Arora" userId="bce441479ebfac8e" providerId="LiveId" clId="{BE098558-DF9E-4BDE-88AC-23BC332C2C61}" dt="2024-02-20T09:05:10.741" v="2875"/>
          <ac:spMkLst>
            <pc:docMk/>
            <pc:sldMk cId="3177422211" sldId="332"/>
            <ac:spMk id="3" creationId="{605D68C0-0492-428D-8E02-3481CA05F6B3}"/>
          </ac:spMkLst>
        </pc:spChg>
        <pc:spChg chg="mod">
          <ac:chgData name="Nimita Arora" userId="bce441479ebfac8e" providerId="LiveId" clId="{BE098558-DF9E-4BDE-88AC-23BC332C2C61}" dt="2024-02-20T09:05:10.741" v="2875"/>
          <ac:spMkLst>
            <pc:docMk/>
            <pc:sldMk cId="3177422211" sldId="332"/>
            <ac:spMk id="5" creationId="{3E264ABF-3D82-4437-88CF-060EDB46333F}"/>
          </ac:spMkLst>
        </pc:spChg>
        <pc:graphicFrameChg chg="mod modGraphic">
          <ac:chgData name="Nimita Arora" userId="bce441479ebfac8e" providerId="LiveId" clId="{BE098558-DF9E-4BDE-88AC-23BC332C2C61}" dt="2024-02-20T09:27:05.003" v="3216" actId="2711"/>
          <ac:graphicFrameMkLst>
            <pc:docMk/>
            <pc:sldMk cId="3177422211" sldId="332"/>
            <ac:graphicFrameMk id="8" creationId="{FB7F582A-73F8-424F-8D59-A97A691D3C3F}"/>
          </ac:graphicFrameMkLst>
        </pc:graphicFrameChg>
      </pc:sldChg>
      <pc:sldChg chg="del">
        <pc:chgData name="Nimita Arora" userId="bce441479ebfac8e" providerId="LiveId" clId="{BE098558-DF9E-4BDE-88AC-23BC332C2C61}" dt="2024-02-14T11:21:27.568" v="446" actId="2696"/>
        <pc:sldMkLst>
          <pc:docMk/>
          <pc:sldMk cId="482517157" sldId="333"/>
        </pc:sldMkLst>
      </pc:sldChg>
      <pc:sldChg chg="addSp modSp mod">
        <pc:chgData name="Nimita Arora" userId="bce441479ebfac8e" providerId="LiveId" clId="{BE098558-DF9E-4BDE-88AC-23BC332C2C61}" dt="2024-02-20T09:12:37.241" v="2953" actId="14100"/>
        <pc:sldMkLst>
          <pc:docMk/>
          <pc:sldMk cId="2811525787" sldId="336"/>
        </pc:sldMkLst>
        <pc:spChg chg="mod">
          <ac:chgData name="Nimita Arora" userId="bce441479ebfac8e" providerId="LiveId" clId="{BE098558-DF9E-4BDE-88AC-23BC332C2C61}" dt="2024-02-20T09:12:37.241" v="2953" actId="14100"/>
          <ac:spMkLst>
            <pc:docMk/>
            <pc:sldMk cId="2811525787" sldId="336"/>
            <ac:spMk id="4" creationId="{A704CA84-65FB-49A0-A3E5-D5B2FDD1B1F5}"/>
          </ac:spMkLst>
        </pc:spChg>
        <pc:picChg chg="mod">
          <ac:chgData name="Nimita Arora" userId="bce441479ebfac8e" providerId="LiveId" clId="{BE098558-DF9E-4BDE-88AC-23BC332C2C61}" dt="2024-02-20T06:09:15.732" v="2428" actId="14100"/>
          <ac:picMkLst>
            <pc:docMk/>
            <pc:sldMk cId="2811525787" sldId="336"/>
            <ac:picMk id="5124" creationId="{32A459D6-9487-E7BD-C3AB-AF7693461DAE}"/>
          </ac:picMkLst>
        </pc:picChg>
        <pc:inkChg chg="add">
          <ac:chgData name="Nimita Arora" userId="bce441479ebfac8e" providerId="LiveId" clId="{BE098558-DF9E-4BDE-88AC-23BC332C2C61}" dt="2024-02-19T06:56:56.709" v="2119" actId="9405"/>
          <ac:inkMkLst>
            <pc:docMk/>
            <pc:sldMk cId="2811525787" sldId="336"/>
            <ac:inkMk id="2" creationId="{80BB7AE9-1206-1700-AD63-18429F6C9EF4}"/>
          </ac:inkMkLst>
        </pc:inkChg>
      </pc:sldChg>
      <pc:sldChg chg="addSp delSp modSp mod ord modClrScheme chgLayout">
        <pc:chgData name="Nimita Arora" userId="bce441479ebfac8e" providerId="LiveId" clId="{BE098558-DF9E-4BDE-88AC-23BC332C2C61}" dt="2024-02-17T10:56:10.997" v="1976" actId="1076"/>
        <pc:sldMkLst>
          <pc:docMk/>
          <pc:sldMk cId="1571194309" sldId="337"/>
        </pc:sldMkLst>
        <pc:spChg chg="add del mod ord">
          <ac:chgData name="Nimita Arora" userId="bce441479ebfac8e" providerId="LiveId" clId="{BE098558-DF9E-4BDE-88AC-23BC332C2C61}" dt="2024-02-14T11:15:08.927" v="442" actId="700"/>
          <ac:spMkLst>
            <pc:docMk/>
            <pc:sldMk cId="1571194309" sldId="337"/>
            <ac:spMk id="2" creationId="{01B80CF9-E5AE-F887-932E-251E533FC4C8}"/>
          </ac:spMkLst>
        </pc:spChg>
        <pc:spChg chg="add del mod ord">
          <ac:chgData name="Nimita Arora" userId="bce441479ebfac8e" providerId="LiveId" clId="{BE098558-DF9E-4BDE-88AC-23BC332C2C61}" dt="2024-02-14T09:52:32.579" v="364" actId="6264"/>
          <ac:spMkLst>
            <pc:docMk/>
            <pc:sldMk cId="1571194309" sldId="337"/>
            <ac:spMk id="3" creationId="{D4D62A77-0675-C830-956D-4D37BA887AD2}"/>
          </ac:spMkLst>
        </pc:spChg>
        <pc:spChg chg="add del mod">
          <ac:chgData name="Nimita Arora" userId="bce441479ebfac8e" providerId="LiveId" clId="{BE098558-DF9E-4BDE-88AC-23BC332C2C61}" dt="2024-02-14T09:52:32.579" v="364" actId="6264"/>
          <ac:spMkLst>
            <pc:docMk/>
            <pc:sldMk cId="1571194309" sldId="337"/>
            <ac:spMk id="5" creationId="{36DAA81D-E356-FCD2-4E12-366CC1E122EF}"/>
          </ac:spMkLst>
        </pc:spChg>
        <pc:spChg chg="add del mod ord">
          <ac:chgData name="Nimita Arora" userId="bce441479ebfac8e" providerId="LiveId" clId="{BE098558-DF9E-4BDE-88AC-23BC332C2C61}" dt="2024-02-14T09:52:33.890" v="365" actId="6264"/>
          <ac:spMkLst>
            <pc:docMk/>
            <pc:sldMk cId="1571194309" sldId="337"/>
            <ac:spMk id="6" creationId="{4403038B-E451-058F-3BA4-BD9019ADCE18}"/>
          </ac:spMkLst>
        </pc:spChg>
        <pc:spChg chg="add del mod">
          <ac:chgData name="Nimita Arora" userId="bce441479ebfac8e" providerId="LiveId" clId="{BE098558-DF9E-4BDE-88AC-23BC332C2C61}" dt="2024-02-14T09:52:33.890" v="365" actId="6264"/>
          <ac:spMkLst>
            <pc:docMk/>
            <pc:sldMk cId="1571194309" sldId="337"/>
            <ac:spMk id="7" creationId="{B0490618-D90D-048D-DFF4-429B5C950FDE}"/>
          </ac:spMkLst>
        </pc:spChg>
        <pc:spChg chg="add del mod ord">
          <ac:chgData name="Nimita Arora" userId="bce441479ebfac8e" providerId="LiveId" clId="{BE098558-DF9E-4BDE-88AC-23BC332C2C61}" dt="2024-02-14T09:52:38.018" v="366" actId="700"/>
          <ac:spMkLst>
            <pc:docMk/>
            <pc:sldMk cId="1571194309" sldId="337"/>
            <ac:spMk id="8" creationId="{B9AD0FA0-FAB1-5C92-977D-B2607CA8A4A0}"/>
          </ac:spMkLst>
        </pc:spChg>
        <pc:spChg chg="add del mod">
          <ac:chgData name="Nimita Arora" userId="bce441479ebfac8e" providerId="LiveId" clId="{BE098558-DF9E-4BDE-88AC-23BC332C2C61}" dt="2024-02-14T11:14:28.341" v="386" actId="6264"/>
          <ac:spMkLst>
            <pc:docMk/>
            <pc:sldMk cId="1571194309" sldId="337"/>
            <ac:spMk id="9" creationId="{C57C0178-F451-056B-A575-F0C3666EAC93}"/>
          </ac:spMkLst>
        </pc:spChg>
        <pc:spChg chg="add del mod">
          <ac:chgData name="Nimita Arora" userId="bce441479ebfac8e" providerId="LiveId" clId="{BE098558-DF9E-4BDE-88AC-23BC332C2C61}" dt="2024-02-14T11:14:29.537" v="387" actId="6264"/>
          <ac:spMkLst>
            <pc:docMk/>
            <pc:sldMk cId="1571194309" sldId="337"/>
            <ac:spMk id="10" creationId="{A4A4876A-0A89-03B4-54EE-2FD182B4C3FC}"/>
          </ac:spMkLst>
        </pc:spChg>
        <pc:spChg chg="add del mod">
          <ac:chgData name="Nimita Arora" userId="bce441479ebfac8e" providerId="LiveId" clId="{BE098558-DF9E-4BDE-88AC-23BC332C2C61}" dt="2024-02-14T11:14:30.473" v="388" actId="6264"/>
          <ac:spMkLst>
            <pc:docMk/>
            <pc:sldMk cId="1571194309" sldId="337"/>
            <ac:spMk id="11" creationId="{F6A62A36-BBA3-BF83-70AC-7F65249A8E22}"/>
          </ac:spMkLst>
        </pc:spChg>
        <pc:spChg chg="add del mod">
          <ac:chgData name="Nimita Arora" userId="bce441479ebfac8e" providerId="LiveId" clId="{BE098558-DF9E-4BDE-88AC-23BC332C2C61}" dt="2024-02-14T11:14:35.126" v="389" actId="6264"/>
          <ac:spMkLst>
            <pc:docMk/>
            <pc:sldMk cId="1571194309" sldId="337"/>
            <ac:spMk id="12" creationId="{E49303A5-EEE9-F7A0-8937-CFABF4F16699}"/>
          </ac:spMkLst>
        </pc:spChg>
        <pc:picChg chg="mod">
          <ac:chgData name="Nimita Arora" userId="bce441479ebfac8e" providerId="LiveId" clId="{BE098558-DF9E-4BDE-88AC-23BC332C2C61}" dt="2024-02-17T10:56:10.997" v="1976" actId="1076"/>
          <ac:picMkLst>
            <pc:docMk/>
            <pc:sldMk cId="1571194309" sldId="337"/>
            <ac:picMk id="4" creationId="{725DA93A-94F1-8687-6091-CD676ADAD6D0}"/>
          </ac:picMkLst>
        </pc:picChg>
      </pc:sldChg>
      <pc:sldChg chg="del">
        <pc:chgData name="Nimita Arora" userId="bce441479ebfac8e" providerId="LiveId" clId="{BE098558-DF9E-4BDE-88AC-23BC332C2C61}" dt="2024-02-14T08:28:49" v="15" actId="2696"/>
        <pc:sldMkLst>
          <pc:docMk/>
          <pc:sldMk cId="3574449839" sldId="338"/>
        </pc:sldMkLst>
      </pc:sldChg>
      <pc:sldChg chg="modSp mod ord modClrScheme chgLayout">
        <pc:chgData name="Nimita Arora" userId="bce441479ebfac8e" providerId="LiveId" clId="{BE098558-DF9E-4BDE-88AC-23BC332C2C61}" dt="2024-02-20T09:29:12.140" v="3232" actId="255"/>
        <pc:sldMkLst>
          <pc:docMk/>
          <pc:sldMk cId="2469319625" sldId="339"/>
        </pc:sldMkLst>
        <pc:spChg chg="mod ord">
          <ac:chgData name="Nimita Arora" userId="bce441479ebfac8e" providerId="LiveId" clId="{BE098558-DF9E-4BDE-88AC-23BC332C2C61}" dt="2024-02-20T09:28:14.904" v="3226" actId="115"/>
          <ac:spMkLst>
            <pc:docMk/>
            <pc:sldMk cId="2469319625" sldId="339"/>
            <ac:spMk id="9" creationId="{4DA9335A-1E3D-63D2-C54A-F91653451919}"/>
          </ac:spMkLst>
        </pc:spChg>
        <pc:graphicFrameChg chg="modGraphic">
          <ac:chgData name="Nimita Arora" userId="bce441479ebfac8e" providerId="LiveId" clId="{BE098558-DF9E-4BDE-88AC-23BC332C2C61}" dt="2024-02-20T09:28:36.642" v="3229" actId="255"/>
          <ac:graphicFrameMkLst>
            <pc:docMk/>
            <pc:sldMk cId="2469319625" sldId="339"/>
            <ac:graphicFrameMk id="8" creationId="{B3B6E661-F48E-6589-D8FC-4D00B25D98D0}"/>
          </ac:graphicFrameMkLst>
        </pc:graphicFrameChg>
        <pc:graphicFrameChg chg="modGraphic">
          <ac:chgData name="Nimita Arora" userId="bce441479ebfac8e" providerId="LiveId" clId="{BE098558-DF9E-4BDE-88AC-23BC332C2C61}" dt="2024-02-20T09:29:12.140" v="3232" actId="255"/>
          <ac:graphicFrameMkLst>
            <pc:docMk/>
            <pc:sldMk cId="2469319625" sldId="339"/>
            <ac:graphicFrameMk id="13" creationId="{C707D04E-2D2B-C599-52D7-A7CF45A62CDB}"/>
          </ac:graphicFrameMkLst>
        </pc:graphicFrameChg>
      </pc:sldChg>
      <pc:sldChg chg="addSp modSp mod">
        <pc:chgData name="Nimita Arora" userId="bce441479ebfac8e" providerId="LiveId" clId="{BE098558-DF9E-4BDE-88AC-23BC332C2C61}" dt="2024-02-19T07:00:19.118" v="2138" actId="27636"/>
        <pc:sldMkLst>
          <pc:docMk/>
          <pc:sldMk cId="3327489520" sldId="340"/>
        </pc:sldMkLst>
        <pc:spChg chg="mod">
          <ac:chgData name="Nimita Arora" userId="bce441479ebfac8e" providerId="LiveId" clId="{BE098558-DF9E-4BDE-88AC-23BC332C2C61}" dt="2024-02-19T07:00:19.118" v="2138" actId="27636"/>
          <ac:spMkLst>
            <pc:docMk/>
            <pc:sldMk cId="3327489520" sldId="340"/>
            <ac:spMk id="2" creationId="{DD793250-3CE7-8BE1-0581-D09CBCC63543}"/>
          </ac:spMkLst>
        </pc:spChg>
        <pc:spChg chg="add mod">
          <ac:chgData name="Nimita Arora" userId="bce441479ebfac8e" providerId="LiveId" clId="{BE098558-DF9E-4BDE-88AC-23BC332C2C61}" dt="2024-02-19T06:55:39.426" v="2113" actId="931"/>
          <ac:spMkLst>
            <pc:docMk/>
            <pc:sldMk cId="3327489520" sldId="340"/>
            <ac:spMk id="5" creationId="{FDC285B2-F188-568C-F144-53B347463968}"/>
          </ac:spMkLst>
        </pc:spChg>
        <pc:picChg chg="add mod">
          <ac:chgData name="Nimita Arora" userId="bce441479ebfac8e" providerId="LiveId" clId="{BE098558-DF9E-4BDE-88AC-23BC332C2C61}" dt="2024-02-19T06:55:38.697" v="2112" actId="14100"/>
          <ac:picMkLst>
            <pc:docMk/>
            <pc:sldMk cId="3327489520" sldId="340"/>
            <ac:picMk id="4" creationId="{11CB9C69-1FB0-6330-3E0C-6ECF0A8ACEC4}"/>
          </ac:picMkLst>
        </pc:picChg>
      </pc:sldChg>
      <pc:sldChg chg="del">
        <pc:chgData name="Nimita Arora" userId="bce441479ebfac8e" providerId="LiveId" clId="{BE098558-DF9E-4BDE-88AC-23BC332C2C61}" dt="2024-02-14T10:55:22.938" v="372" actId="2696"/>
        <pc:sldMkLst>
          <pc:docMk/>
          <pc:sldMk cId="2232562568" sldId="341"/>
        </pc:sldMkLst>
      </pc:sldChg>
      <pc:sldChg chg="addSp delSp modSp mod modNotesTx">
        <pc:chgData name="Nimita Arora" userId="bce441479ebfac8e" providerId="LiveId" clId="{BE098558-DF9E-4BDE-88AC-23BC332C2C61}" dt="2024-02-20T08:50:44.331" v="2800"/>
        <pc:sldMkLst>
          <pc:docMk/>
          <pc:sldMk cId="180826429" sldId="342"/>
        </pc:sldMkLst>
        <pc:spChg chg="add del">
          <ac:chgData name="Nimita Arora" userId="bce441479ebfac8e" providerId="LiveId" clId="{BE098558-DF9E-4BDE-88AC-23BC332C2C61}" dt="2024-02-17T07:36:17.995" v="1926" actId="22"/>
          <ac:spMkLst>
            <pc:docMk/>
            <pc:sldMk cId="180826429" sldId="342"/>
            <ac:spMk id="3" creationId="{E4F7DD1C-DD0D-4D81-F143-349E704EC643}"/>
          </ac:spMkLst>
        </pc:spChg>
        <pc:graphicFrameChg chg="add mod">
          <ac:chgData name="Nimita Arora" userId="bce441479ebfac8e" providerId="LiveId" clId="{BE098558-DF9E-4BDE-88AC-23BC332C2C61}" dt="2024-02-20T08:40:10.172" v="2705" actId="1957"/>
          <ac:graphicFrameMkLst>
            <pc:docMk/>
            <pc:sldMk cId="180826429" sldId="342"/>
            <ac:graphicFrameMk id="4" creationId="{09C43713-4D45-6F2A-FD36-C423DDD2C8BD}"/>
          </ac:graphicFrameMkLst>
        </pc:graphicFrameChg>
        <pc:graphicFrameChg chg="add mod">
          <ac:chgData name="Nimita Arora" userId="bce441479ebfac8e" providerId="LiveId" clId="{BE098558-DF9E-4BDE-88AC-23BC332C2C61}" dt="2024-02-20T08:41:14.285" v="2707" actId="1957"/>
          <ac:graphicFrameMkLst>
            <pc:docMk/>
            <pc:sldMk cId="180826429" sldId="342"/>
            <ac:graphicFrameMk id="7" creationId="{A130B454-3517-D2C1-8E2C-9E9559F87BB6}"/>
          </ac:graphicFrameMkLst>
        </pc:graphicFrameChg>
        <pc:graphicFrameChg chg="add mod">
          <ac:chgData name="Nimita Arora" userId="bce441479ebfac8e" providerId="LiveId" clId="{BE098558-DF9E-4BDE-88AC-23BC332C2C61}" dt="2024-02-20T08:47:16.331" v="2712"/>
          <ac:graphicFrameMkLst>
            <pc:docMk/>
            <pc:sldMk cId="180826429" sldId="342"/>
            <ac:graphicFrameMk id="10" creationId="{54C5D92C-97DA-EE88-4E79-8A931EE3729D}"/>
          </ac:graphicFrameMkLst>
        </pc:graphicFrameChg>
        <pc:graphicFrameChg chg="add del modGraphic">
          <ac:chgData name="Nimita Arora" userId="bce441479ebfac8e" providerId="LiveId" clId="{BE098558-DF9E-4BDE-88AC-23BC332C2C61}" dt="2024-02-20T08:50:44.331" v="2800"/>
          <ac:graphicFrameMkLst>
            <pc:docMk/>
            <pc:sldMk cId="180826429" sldId="342"/>
            <ac:graphicFrameMk id="13" creationId="{DF53C4D4-BE01-4093-9ED2-A0EF516A37C4}"/>
          </ac:graphicFrameMkLst>
        </pc:graphicFrameChg>
      </pc:sldChg>
      <pc:sldChg chg="del">
        <pc:chgData name="Nimita Arora" userId="bce441479ebfac8e" providerId="LiveId" clId="{BE098558-DF9E-4BDE-88AC-23BC332C2C61}" dt="2024-02-14T08:20:15.158" v="0" actId="2696"/>
        <pc:sldMkLst>
          <pc:docMk/>
          <pc:sldMk cId="1339247101" sldId="343"/>
        </pc:sldMkLst>
      </pc:sldChg>
      <pc:sldChg chg="del">
        <pc:chgData name="Nimita Arora" userId="bce441479ebfac8e" providerId="LiveId" clId="{BE098558-DF9E-4BDE-88AC-23BC332C2C61}" dt="2024-02-14T08:30:31.548" v="19" actId="2696"/>
        <pc:sldMkLst>
          <pc:docMk/>
          <pc:sldMk cId="4167921257" sldId="344"/>
        </pc:sldMkLst>
      </pc:sldChg>
      <pc:sldChg chg="del">
        <pc:chgData name="Nimita Arora" userId="bce441479ebfac8e" providerId="LiveId" clId="{BE098558-DF9E-4BDE-88AC-23BC332C2C61}" dt="2024-02-14T08:30:35.434" v="20" actId="2696"/>
        <pc:sldMkLst>
          <pc:docMk/>
          <pc:sldMk cId="3646066967" sldId="345"/>
        </pc:sldMkLst>
      </pc:sldChg>
      <pc:sldChg chg="new del">
        <pc:chgData name="Nimita Arora" userId="bce441479ebfac8e" providerId="LiveId" clId="{BE098558-DF9E-4BDE-88AC-23BC332C2C61}" dt="2024-02-14T08:20:57.069" v="2" actId="680"/>
        <pc:sldMkLst>
          <pc:docMk/>
          <pc:sldMk cId="569000854" sldId="346"/>
        </pc:sldMkLst>
      </pc:sldChg>
      <pc:sldChg chg="addSp delSp modSp new del mod modClrScheme chgLayout">
        <pc:chgData name="Nimita Arora" userId="bce441479ebfac8e" providerId="LiveId" clId="{BE098558-DF9E-4BDE-88AC-23BC332C2C61}" dt="2024-02-16T09:10:26.290" v="670" actId="2696"/>
        <pc:sldMkLst>
          <pc:docMk/>
          <pc:sldMk cId="1655363638" sldId="346"/>
        </pc:sldMkLst>
        <pc:spChg chg="mod ord">
          <ac:chgData name="Nimita Arora" userId="bce441479ebfac8e" providerId="LiveId" clId="{BE098558-DF9E-4BDE-88AC-23BC332C2C61}" dt="2024-02-14T08:23:33.007" v="13" actId="113"/>
          <ac:spMkLst>
            <pc:docMk/>
            <pc:sldMk cId="1655363638" sldId="346"/>
            <ac:spMk id="2" creationId="{CC6506B1-26DF-1338-F9D2-2C4DF117D8EE}"/>
          </ac:spMkLst>
        </pc:spChg>
        <pc:spChg chg="add del mod">
          <ac:chgData name="Nimita Arora" userId="bce441479ebfac8e" providerId="LiveId" clId="{BE098558-DF9E-4BDE-88AC-23BC332C2C61}" dt="2024-02-14T08:21:58.781" v="5" actId="6264"/>
          <ac:spMkLst>
            <pc:docMk/>
            <pc:sldMk cId="1655363638" sldId="346"/>
            <ac:spMk id="3" creationId="{E45DDE30-A8DF-01E5-47D1-F17254E0BC49}"/>
          </ac:spMkLst>
        </pc:spChg>
        <pc:spChg chg="add del mod ord">
          <ac:chgData name="Nimita Arora" userId="bce441479ebfac8e" providerId="LiveId" clId="{BE098558-DF9E-4BDE-88AC-23BC332C2C61}" dt="2024-02-14T08:22:37.123" v="9"/>
          <ac:spMkLst>
            <pc:docMk/>
            <pc:sldMk cId="1655363638" sldId="346"/>
            <ac:spMk id="4" creationId="{AA3933E5-68E1-3907-BAF1-3D3F237386AF}"/>
          </ac:spMkLst>
        </pc:spChg>
        <pc:spChg chg="add mod">
          <ac:chgData name="Nimita Arora" userId="bce441479ebfac8e" providerId="LiveId" clId="{BE098558-DF9E-4BDE-88AC-23BC332C2C61}" dt="2024-02-14T08:22:35.153" v="8"/>
          <ac:spMkLst>
            <pc:docMk/>
            <pc:sldMk cId="1655363638" sldId="346"/>
            <ac:spMk id="5" creationId="{F55C4984-287C-D422-49D0-9EA81A280063}"/>
          </ac:spMkLst>
        </pc:spChg>
        <pc:spChg chg="add mod">
          <ac:chgData name="Nimita Arora" userId="bce441479ebfac8e" providerId="LiveId" clId="{BE098558-DF9E-4BDE-88AC-23BC332C2C61}" dt="2024-02-14T08:23:10.048" v="12" actId="12"/>
          <ac:spMkLst>
            <pc:docMk/>
            <pc:sldMk cId="1655363638" sldId="346"/>
            <ac:spMk id="6" creationId="{83D2C45D-C1B6-88A5-F23F-918C673BB61E}"/>
          </ac:spMkLst>
        </pc:spChg>
      </pc:sldChg>
      <pc:sldChg chg="modSp new del mod">
        <pc:chgData name="Nimita Arora" userId="bce441479ebfac8e" providerId="LiveId" clId="{BE098558-DF9E-4BDE-88AC-23BC332C2C61}" dt="2024-02-15T10:58:35.602" v="587" actId="2696"/>
        <pc:sldMkLst>
          <pc:docMk/>
          <pc:sldMk cId="2398127676" sldId="347"/>
        </pc:sldMkLst>
        <pc:spChg chg="mod">
          <ac:chgData name="Nimita Arora" userId="bce441479ebfac8e" providerId="LiveId" clId="{BE098558-DF9E-4BDE-88AC-23BC332C2C61}" dt="2024-02-14T08:33:31.459" v="64" actId="20577"/>
          <ac:spMkLst>
            <pc:docMk/>
            <pc:sldMk cId="2398127676" sldId="347"/>
            <ac:spMk id="2" creationId="{D2E7A1CE-FE9C-9A3D-317F-4101841A2A53}"/>
          </ac:spMkLst>
        </pc:spChg>
      </pc:sldChg>
      <pc:sldChg chg="modSp new mod">
        <pc:chgData name="Nimita Arora" userId="bce441479ebfac8e" providerId="LiveId" clId="{BE098558-DF9E-4BDE-88AC-23BC332C2C61}" dt="2024-02-20T09:20:08.390" v="3108" actId="255"/>
        <pc:sldMkLst>
          <pc:docMk/>
          <pc:sldMk cId="2514165839" sldId="348"/>
        </pc:sldMkLst>
        <pc:spChg chg="mod">
          <ac:chgData name="Nimita Arora" userId="bce441479ebfac8e" providerId="LiveId" clId="{BE098558-DF9E-4BDE-88AC-23BC332C2C61}" dt="2024-02-20T09:14:32.812" v="2979" actId="255"/>
          <ac:spMkLst>
            <pc:docMk/>
            <pc:sldMk cId="2514165839" sldId="348"/>
            <ac:spMk id="2" creationId="{A14D87B1-E503-469D-D151-A4DC63DFECD2}"/>
          </ac:spMkLst>
        </pc:spChg>
        <pc:spChg chg="mod">
          <ac:chgData name="Nimita Arora" userId="bce441479ebfac8e" providerId="LiveId" clId="{BE098558-DF9E-4BDE-88AC-23BC332C2C61}" dt="2024-02-20T09:20:08.390" v="3108" actId="255"/>
          <ac:spMkLst>
            <pc:docMk/>
            <pc:sldMk cId="2514165839" sldId="348"/>
            <ac:spMk id="3" creationId="{AF1D003F-CED0-C6DC-305A-A017444F408A}"/>
          </ac:spMkLst>
        </pc:spChg>
      </pc:sldChg>
      <pc:sldChg chg="modSp new del mod">
        <pc:chgData name="Nimita Arora" userId="bce441479ebfac8e" providerId="LiveId" clId="{BE098558-DF9E-4BDE-88AC-23BC332C2C61}" dt="2024-02-15T10:58:28.758" v="586" actId="2696"/>
        <pc:sldMkLst>
          <pc:docMk/>
          <pc:sldMk cId="1424008942" sldId="349"/>
        </pc:sldMkLst>
        <pc:spChg chg="mod">
          <ac:chgData name="Nimita Arora" userId="bce441479ebfac8e" providerId="LiveId" clId="{BE098558-DF9E-4BDE-88AC-23BC332C2C61}" dt="2024-02-14T10:45:00.533" v="371"/>
          <ac:spMkLst>
            <pc:docMk/>
            <pc:sldMk cId="1424008942" sldId="349"/>
            <ac:spMk id="2" creationId="{2F35DB11-3CFF-FFDC-C214-973D6DE9AF68}"/>
          </ac:spMkLst>
        </pc:spChg>
      </pc:sldChg>
      <pc:sldChg chg="new del">
        <pc:chgData name="Nimita Arora" userId="bce441479ebfac8e" providerId="LiveId" clId="{BE098558-DF9E-4BDE-88AC-23BC332C2C61}" dt="2024-02-14T11:14:47.402" v="392" actId="2696"/>
        <pc:sldMkLst>
          <pc:docMk/>
          <pc:sldMk cId="611010756" sldId="350"/>
        </pc:sldMkLst>
      </pc:sldChg>
      <pc:sldChg chg="addSp modSp new del mod">
        <pc:chgData name="Nimita Arora" userId="bce441479ebfac8e" providerId="LiveId" clId="{BE098558-DF9E-4BDE-88AC-23BC332C2C61}" dt="2024-02-16T09:28:52.272" v="1069" actId="47"/>
        <pc:sldMkLst>
          <pc:docMk/>
          <pc:sldMk cId="3044237006" sldId="350"/>
        </pc:sldMkLst>
        <pc:picChg chg="add mod">
          <ac:chgData name="Nimita Arora" userId="bce441479ebfac8e" providerId="LiveId" clId="{BE098558-DF9E-4BDE-88AC-23BC332C2C61}" dt="2024-02-14T11:45:25.304" v="452"/>
          <ac:picMkLst>
            <pc:docMk/>
            <pc:sldMk cId="3044237006" sldId="350"/>
            <ac:picMk id="3" creationId="{EA2F1E2C-2B60-AC8C-4363-2AC2AAD3753C}"/>
          </ac:picMkLst>
        </pc:picChg>
      </pc:sldChg>
      <pc:sldChg chg="addSp delSp modSp new del mod">
        <pc:chgData name="Nimita Arora" userId="bce441479ebfac8e" providerId="LiveId" clId="{BE098558-DF9E-4BDE-88AC-23BC332C2C61}" dt="2024-02-16T09:49:25.218" v="1516" actId="2696"/>
        <pc:sldMkLst>
          <pc:docMk/>
          <pc:sldMk cId="203429631" sldId="351"/>
        </pc:sldMkLst>
        <pc:picChg chg="add del mod">
          <ac:chgData name="Nimita Arora" userId="bce441479ebfac8e" providerId="LiveId" clId="{BE098558-DF9E-4BDE-88AC-23BC332C2C61}" dt="2024-02-15T11:09:49.973" v="644" actId="478"/>
          <ac:picMkLst>
            <pc:docMk/>
            <pc:sldMk cId="203429631" sldId="351"/>
            <ac:picMk id="3" creationId="{1526F3A5-5AFF-C43A-8D8B-17EF6E8F2658}"/>
          </ac:picMkLst>
        </pc:picChg>
        <pc:picChg chg="add mod">
          <ac:chgData name="Nimita Arora" userId="bce441479ebfac8e" providerId="LiveId" clId="{BE098558-DF9E-4BDE-88AC-23BC332C2C61}" dt="2024-02-16T09:35:32.064" v="1109" actId="931"/>
          <ac:picMkLst>
            <pc:docMk/>
            <pc:sldMk cId="203429631" sldId="351"/>
            <ac:picMk id="3" creationId="{63F8F08C-3939-08D2-4838-FF946514DA85}"/>
          </ac:picMkLst>
        </pc:picChg>
        <pc:picChg chg="add mod">
          <ac:chgData name="Nimita Arora" userId="bce441479ebfac8e" providerId="LiveId" clId="{BE098558-DF9E-4BDE-88AC-23BC332C2C61}" dt="2024-02-15T11:10:00.497" v="645" actId="1076"/>
          <ac:picMkLst>
            <pc:docMk/>
            <pc:sldMk cId="203429631" sldId="351"/>
            <ac:picMk id="5" creationId="{4B600FAA-DB66-8AFC-E6F6-4E7AAFEAE184}"/>
          </ac:picMkLst>
        </pc:picChg>
      </pc:sldChg>
      <pc:sldChg chg="new del">
        <pc:chgData name="Nimita Arora" userId="bce441479ebfac8e" providerId="LiveId" clId="{BE098558-DF9E-4BDE-88AC-23BC332C2C61}" dt="2024-02-14T11:14:50.641" v="393" actId="2696"/>
        <pc:sldMkLst>
          <pc:docMk/>
          <pc:sldMk cId="3598931455" sldId="351"/>
        </pc:sldMkLst>
      </pc:sldChg>
      <pc:sldChg chg="addSp delSp modSp new mod modClrScheme chgLayout">
        <pc:chgData name="Nimita Arora" userId="bce441479ebfac8e" providerId="LiveId" clId="{BE098558-DF9E-4BDE-88AC-23BC332C2C61}" dt="2024-02-20T09:05:10.741" v="2875"/>
        <pc:sldMkLst>
          <pc:docMk/>
          <pc:sldMk cId="2985267772" sldId="352"/>
        </pc:sldMkLst>
        <pc:spChg chg="mod ord">
          <ac:chgData name="Nimita Arora" userId="bce441479ebfac8e" providerId="LiveId" clId="{BE098558-DF9E-4BDE-88AC-23BC332C2C61}" dt="2024-02-20T06:01:51.492" v="2376"/>
          <ac:spMkLst>
            <pc:docMk/>
            <pc:sldMk cId="2985267772" sldId="352"/>
            <ac:spMk id="2" creationId="{5774F5AE-2707-15D2-4D64-1A59BFD9ECF5}"/>
          </ac:spMkLst>
        </pc:spChg>
        <pc:spChg chg="del mod ord">
          <ac:chgData name="Nimita Arora" userId="bce441479ebfac8e" providerId="LiveId" clId="{BE098558-DF9E-4BDE-88AC-23BC332C2C61}" dt="2024-02-15T08:12:51.631" v="464" actId="700"/>
          <ac:spMkLst>
            <pc:docMk/>
            <pc:sldMk cId="2985267772" sldId="352"/>
            <ac:spMk id="3" creationId="{0092B001-0C23-7181-B278-6BC7FDC017B7}"/>
          </ac:spMkLst>
        </pc:spChg>
        <pc:spChg chg="add mod ord">
          <ac:chgData name="Nimita Arora" userId="bce441479ebfac8e" providerId="LiveId" clId="{BE098558-DF9E-4BDE-88AC-23BC332C2C61}" dt="2024-02-20T09:05:10.741" v="2875"/>
          <ac:spMkLst>
            <pc:docMk/>
            <pc:sldMk cId="2985267772" sldId="352"/>
            <ac:spMk id="4" creationId="{33CD556B-23A2-9C67-4814-8213B5572CEA}"/>
          </ac:spMkLst>
        </pc:spChg>
        <pc:spChg chg="add mod ord">
          <ac:chgData name="Nimita Arora" userId="bce441479ebfac8e" providerId="LiveId" clId="{BE098558-DF9E-4BDE-88AC-23BC332C2C61}" dt="2024-02-20T09:05:10.741" v="2875"/>
          <ac:spMkLst>
            <pc:docMk/>
            <pc:sldMk cId="2985267772" sldId="352"/>
            <ac:spMk id="5" creationId="{010430EF-DF3D-17B7-EF29-0309ABE43338}"/>
          </ac:spMkLst>
        </pc:spChg>
      </pc:sldChg>
      <pc:sldChg chg="modSp new del mod">
        <pc:chgData name="Nimita Arora" userId="bce441479ebfac8e" providerId="LiveId" clId="{BE098558-DF9E-4BDE-88AC-23BC332C2C61}" dt="2024-02-15T11:12:15.570" v="651" actId="2696"/>
        <pc:sldMkLst>
          <pc:docMk/>
          <pc:sldMk cId="4042413688" sldId="353"/>
        </pc:sldMkLst>
        <pc:spChg chg="mod">
          <ac:chgData name="Nimita Arora" userId="bce441479ebfac8e" providerId="LiveId" clId="{BE098558-DF9E-4BDE-88AC-23BC332C2C61}" dt="2024-02-14T11:48:52.667" v="460"/>
          <ac:spMkLst>
            <pc:docMk/>
            <pc:sldMk cId="4042413688" sldId="353"/>
            <ac:spMk id="2" creationId="{F2FB76AA-8EAF-99F7-B41E-F0F273FCD82D}"/>
          </ac:spMkLst>
        </pc:spChg>
      </pc:sldChg>
      <pc:sldChg chg="addSp delSp modSp new mod modClrScheme chgLayout">
        <pc:chgData name="Nimita Arora" userId="bce441479ebfac8e" providerId="LiveId" clId="{BE098558-DF9E-4BDE-88AC-23BC332C2C61}" dt="2024-02-20T09:21:58.600" v="3129" actId="114"/>
        <pc:sldMkLst>
          <pc:docMk/>
          <pc:sldMk cId="4120043697" sldId="354"/>
        </pc:sldMkLst>
        <pc:spChg chg="add mod ord">
          <ac:chgData name="Nimita Arora" userId="bce441479ebfac8e" providerId="LiveId" clId="{BE098558-DF9E-4BDE-88AC-23BC332C2C61}" dt="2024-02-20T09:20:32.522" v="3112"/>
          <ac:spMkLst>
            <pc:docMk/>
            <pc:sldMk cId="4120043697" sldId="354"/>
            <ac:spMk id="2" creationId="{83A1C519-4800-FBC1-6B97-3739AF62C91D}"/>
          </ac:spMkLst>
        </pc:spChg>
        <pc:spChg chg="add del mod ord">
          <ac:chgData name="Nimita Arora" userId="bce441479ebfac8e" providerId="LiveId" clId="{BE098558-DF9E-4BDE-88AC-23BC332C2C61}" dt="2024-02-16T09:53:33.929" v="1698" actId="700"/>
          <ac:spMkLst>
            <pc:docMk/>
            <pc:sldMk cId="4120043697" sldId="354"/>
            <ac:spMk id="3" creationId="{A383EDFA-FAA5-D1D0-C19F-930096A9D945}"/>
          </ac:spMkLst>
        </pc:spChg>
        <pc:spChg chg="add del mod ord">
          <ac:chgData name="Nimita Arora" userId="bce441479ebfac8e" providerId="LiveId" clId="{BE098558-DF9E-4BDE-88AC-23BC332C2C61}" dt="2024-02-16T09:53:33.929" v="1698" actId="700"/>
          <ac:spMkLst>
            <pc:docMk/>
            <pc:sldMk cId="4120043697" sldId="354"/>
            <ac:spMk id="4" creationId="{0A5A6AEC-517F-F5F0-E10A-A51A1E310473}"/>
          </ac:spMkLst>
        </pc:spChg>
        <pc:spChg chg="add del mod ord">
          <ac:chgData name="Nimita Arora" userId="bce441479ebfac8e" providerId="LiveId" clId="{BE098558-DF9E-4BDE-88AC-23BC332C2C61}" dt="2024-02-16T09:53:33.929" v="1698" actId="700"/>
          <ac:spMkLst>
            <pc:docMk/>
            <pc:sldMk cId="4120043697" sldId="354"/>
            <ac:spMk id="5" creationId="{40B01323-CD89-8E39-FA54-52E8528B3355}"/>
          </ac:spMkLst>
        </pc:spChg>
        <pc:spChg chg="add del mod ord">
          <ac:chgData name="Nimita Arora" userId="bce441479ebfac8e" providerId="LiveId" clId="{BE098558-DF9E-4BDE-88AC-23BC332C2C61}" dt="2024-02-16T09:53:33.929" v="1698" actId="700"/>
          <ac:spMkLst>
            <pc:docMk/>
            <pc:sldMk cId="4120043697" sldId="354"/>
            <ac:spMk id="6" creationId="{F4FAE022-054B-FFB2-10C1-2359D5BD5BA3}"/>
          </ac:spMkLst>
        </pc:spChg>
        <pc:spChg chg="add mod ord">
          <ac:chgData name="Nimita Arora" userId="bce441479ebfac8e" providerId="LiveId" clId="{BE098558-DF9E-4BDE-88AC-23BC332C2C61}" dt="2024-02-20T09:21:52.554" v="3128" actId="114"/>
          <ac:spMkLst>
            <pc:docMk/>
            <pc:sldMk cId="4120043697" sldId="354"/>
            <ac:spMk id="7" creationId="{53BCBF14-874F-40AF-3756-8387D38E947B}"/>
          </ac:spMkLst>
        </pc:spChg>
        <pc:spChg chg="add mod ord">
          <ac:chgData name="Nimita Arora" userId="bce441479ebfac8e" providerId="LiveId" clId="{BE098558-DF9E-4BDE-88AC-23BC332C2C61}" dt="2024-02-20T09:21:58.600" v="3129" actId="114"/>
          <ac:spMkLst>
            <pc:docMk/>
            <pc:sldMk cId="4120043697" sldId="354"/>
            <ac:spMk id="8" creationId="{DD916C28-6DB2-BA2B-F03F-D4EAC541F4F0}"/>
          </ac:spMkLst>
        </pc:spChg>
      </pc:sldChg>
      <pc:sldChg chg="addSp delSp modSp new mod modTransition modClrScheme chgLayout">
        <pc:chgData name="Nimita Arora" userId="bce441479ebfac8e" providerId="LiveId" clId="{BE098558-DF9E-4BDE-88AC-23BC332C2C61}" dt="2024-02-20T09:23:07.672" v="3142" actId="20577"/>
        <pc:sldMkLst>
          <pc:docMk/>
          <pc:sldMk cId="474557706" sldId="355"/>
        </pc:sldMkLst>
        <pc:spChg chg="add mod ord">
          <ac:chgData name="Nimita Arora" userId="bce441479ebfac8e" providerId="LiveId" clId="{BE098558-DF9E-4BDE-88AC-23BC332C2C61}" dt="2024-02-20T09:22:31.470" v="3137" actId="113"/>
          <ac:spMkLst>
            <pc:docMk/>
            <pc:sldMk cId="474557706" sldId="355"/>
            <ac:spMk id="2" creationId="{074FE6F8-EF44-F5C2-A56B-7D43FC012F85}"/>
          </ac:spMkLst>
        </pc:spChg>
        <pc:spChg chg="add del mod ord">
          <ac:chgData name="Nimita Arora" userId="bce441479ebfac8e" providerId="LiveId" clId="{BE098558-DF9E-4BDE-88AC-23BC332C2C61}" dt="2024-02-16T09:14:30.367" v="780" actId="931"/>
          <ac:spMkLst>
            <pc:docMk/>
            <pc:sldMk cId="474557706" sldId="355"/>
            <ac:spMk id="3" creationId="{3506A29C-F88A-5B39-118C-4C5564462161}"/>
          </ac:spMkLst>
        </pc:spChg>
        <pc:spChg chg="add del mod">
          <ac:chgData name="Nimita Arora" userId="bce441479ebfac8e" providerId="LiveId" clId="{BE098558-DF9E-4BDE-88AC-23BC332C2C61}" dt="2024-02-16T09:22:43.749" v="787" actId="22"/>
          <ac:spMkLst>
            <pc:docMk/>
            <pc:sldMk cId="474557706" sldId="355"/>
            <ac:spMk id="7" creationId="{ADB781FB-985E-C016-C700-F33D929F6686}"/>
          </ac:spMkLst>
        </pc:spChg>
        <pc:spChg chg="add mod">
          <ac:chgData name="Nimita Arora" userId="bce441479ebfac8e" providerId="LiveId" clId="{BE098558-DF9E-4BDE-88AC-23BC332C2C61}" dt="2024-02-20T09:23:07.672" v="3142" actId="20577"/>
          <ac:spMkLst>
            <pc:docMk/>
            <pc:sldMk cId="474557706" sldId="355"/>
            <ac:spMk id="13" creationId="{75AB50FD-11F4-A87D-041F-D0B38AB54A37}"/>
          </ac:spMkLst>
        </pc:spChg>
        <pc:graphicFrameChg chg="add del mod modGraphic">
          <ac:chgData name="Nimita Arora" userId="bce441479ebfac8e" providerId="LiveId" clId="{BE098558-DF9E-4BDE-88AC-23BC332C2C61}" dt="2024-02-20T07:30:21.196" v="2498" actId="1032"/>
          <ac:graphicFrameMkLst>
            <pc:docMk/>
            <pc:sldMk cId="474557706" sldId="355"/>
            <ac:graphicFrameMk id="3" creationId="{6C25B841-DF17-A622-11C0-AE15A9F69F01}"/>
          </ac:graphicFrameMkLst>
        </pc:graphicFrameChg>
        <pc:picChg chg="add del mod">
          <ac:chgData name="Nimita Arora" userId="bce441479ebfac8e" providerId="LiveId" clId="{BE098558-DF9E-4BDE-88AC-23BC332C2C61}" dt="2024-02-16T09:16:44.420" v="783" actId="478"/>
          <ac:picMkLst>
            <pc:docMk/>
            <pc:sldMk cId="474557706" sldId="355"/>
            <ac:picMk id="5" creationId="{417E746E-8A77-8A1E-AA6D-6C94A9E0331F}"/>
          </ac:picMkLst>
        </pc:picChg>
        <pc:picChg chg="add mod">
          <ac:chgData name="Nimita Arora" userId="bce441479ebfac8e" providerId="LiveId" clId="{BE098558-DF9E-4BDE-88AC-23BC332C2C61}" dt="2024-02-20T07:29:28.435" v="2494" actId="14100"/>
          <ac:picMkLst>
            <pc:docMk/>
            <pc:sldMk cId="474557706" sldId="355"/>
            <ac:picMk id="9" creationId="{65205BD9-BF1E-7BE3-114B-A7567AAAB605}"/>
          </ac:picMkLst>
        </pc:picChg>
        <pc:picChg chg="add del mod ord">
          <ac:chgData name="Nimita Arora" userId="bce441479ebfac8e" providerId="LiveId" clId="{BE098558-DF9E-4BDE-88AC-23BC332C2C61}" dt="2024-02-16T09:22:50" v="789" actId="478"/>
          <ac:picMkLst>
            <pc:docMk/>
            <pc:sldMk cId="474557706" sldId="355"/>
            <ac:picMk id="11" creationId="{6FF72327-4AC1-02D8-8881-0FFFA7AE8830}"/>
          </ac:picMkLst>
        </pc:picChg>
      </pc:sldChg>
      <pc:sldChg chg="addSp delSp modSp new del mod modClrScheme chgLayout">
        <pc:chgData name="Nimita Arora" userId="bce441479ebfac8e" providerId="LiveId" clId="{BE098558-DF9E-4BDE-88AC-23BC332C2C61}" dt="2024-02-16T09:49:16.212" v="1515" actId="2696"/>
        <pc:sldMkLst>
          <pc:docMk/>
          <pc:sldMk cId="2524852838" sldId="356"/>
        </pc:sldMkLst>
        <pc:spChg chg="add mod ord">
          <ac:chgData name="Nimita Arora" userId="bce441479ebfac8e" providerId="LiveId" clId="{BE098558-DF9E-4BDE-88AC-23BC332C2C61}" dt="2024-02-16T09:36:07.678" v="1113" actId="6264"/>
          <ac:spMkLst>
            <pc:docMk/>
            <pc:sldMk cId="2524852838" sldId="356"/>
            <ac:spMk id="2" creationId="{FC123179-6949-7C5D-5483-8D32D17140BC}"/>
          </ac:spMkLst>
        </pc:spChg>
        <pc:spChg chg="add del mod">
          <ac:chgData name="Nimita Arora" userId="bce441479ebfac8e" providerId="LiveId" clId="{BE098558-DF9E-4BDE-88AC-23BC332C2C61}" dt="2024-02-16T09:31:27.156" v="1091" actId="931"/>
          <ac:spMkLst>
            <pc:docMk/>
            <pc:sldMk cId="2524852838" sldId="356"/>
            <ac:spMk id="3" creationId="{5CD67F1C-96AD-9D48-EECE-3B9DCE2955C3}"/>
          </ac:spMkLst>
        </pc:spChg>
        <pc:spChg chg="add del mod">
          <ac:chgData name="Nimita Arora" userId="bce441479ebfac8e" providerId="LiveId" clId="{BE098558-DF9E-4BDE-88AC-23BC332C2C61}" dt="2024-02-16T09:32:23.424" v="1096" actId="931"/>
          <ac:spMkLst>
            <pc:docMk/>
            <pc:sldMk cId="2524852838" sldId="356"/>
            <ac:spMk id="9" creationId="{924069D6-950B-22D7-C6F5-CF227568ECC2}"/>
          </ac:spMkLst>
        </pc:spChg>
        <pc:spChg chg="add del mod">
          <ac:chgData name="Nimita Arora" userId="bce441479ebfac8e" providerId="LiveId" clId="{BE098558-DF9E-4BDE-88AC-23BC332C2C61}" dt="2024-02-16T09:36:07.678" v="1113" actId="6264"/>
          <ac:spMkLst>
            <pc:docMk/>
            <pc:sldMk cId="2524852838" sldId="356"/>
            <ac:spMk id="18" creationId="{9B9E9D73-755C-7350-6AC5-8E036A005010}"/>
          </ac:spMkLst>
        </pc:spChg>
        <pc:spChg chg="add del mod">
          <ac:chgData name="Nimita Arora" userId="bce441479ebfac8e" providerId="LiveId" clId="{BE098558-DF9E-4BDE-88AC-23BC332C2C61}" dt="2024-02-16T09:36:07.678" v="1113" actId="6264"/>
          <ac:spMkLst>
            <pc:docMk/>
            <pc:sldMk cId="2524852838" sldId="356"/>
            <ac:spMk id="19" creationId="{91010646-E790-79C7-7520-1D9CDA2164FB}"/>
          </ac:spMkLst>
        </pc:spChg>
        <pc:spChg chg="add del mod">
          <ac:chgData name="Nimita Arora" userId="bce441479ebfac8e" providerId="LiveId" clId="{BE098558-DF9E-4BDE-88AC-23BC332C2C61}" dt="2024-02-16T09:41:53.870" v="1498" actId="931"/>
          <ac:spMkLst>
            <pc:docMk/>
            <pc:sldMk cId="2524852838" sldId="356"/>
            <ac:spMk id="21" creationId="{7B854BB9-E851-D99A-29A8-11D60083D113}"/>
          </ac:spMkLst>
        </pc:spChg>
        <pc:picChg chg="add del mod">
          <ac:chgData name="Nimita Arora" userId="bce441479ebfac8e" providerId="LiveId" clId="{BE098558-DF9E-4BDE-88AC-23BC332C2C61}" dt="2024-02-16T09:31:42.867" v="1095" actId="478"/>
          <ac:picMkLst>
            <pc:docMk/>
            <pc:sldMk cId="2524852838" sldId="356"/>
            <ac:picMk id="5" creationId="{5B6A21DD-3CD4-6011-FEFD-B127E5F692B6}"/>
          </ac:picMkLst>
        </pc:picChg>
        <pc:picChg chg="add del mod">
          <ac:chgData name="Nimita Arora" userId="bce441479ebfac8e" providerId="LiveId" clId="{BE098558-DF9E-4BDE-88AC-23BC332C2C61}" dt="2024-02-16T09:31:42.867" v="1095" actId="478"/>
          <ac:picMkLst>
            <pc:docMk/>
            <pc:sldMk cId="2524852838" sldId="356"/>
            <ac:picMk id="7" creationId="{17DB014E-EC7E-9FAE-924C-575238235D4B}"/>
          </ac:picMkLst>
        </pc:picChg>
        <pc:picChg chg="add del mod ord">
          <ac:chgData name="Nimita Arora" userId="bce441479ebfac8e" providerId="LiveId" clId="{BE098558-DF9E-4BDE-88AC-23BC332C2C61}" dt="2024-02-16T09:36:51.105" v="1155" actId="21"/>
          <ac:picMkLst>
            <pc:docMk/>
            <pc:sldMk cId="2524852838" sldId="356"/>
            <ac:picMk id="11" creationId="{6B39DCEE-414B-765C-CB0E-00FC93A8E2BC}"/>
          </ac:picMkLst>
        </pc:picChg>
        <pc:picChg chg="add del mod">
          <ac:chgData name="Nimita Arora" userId="bce441479ebfac8e" providerId="LiveId" clId="{BE098558-DF9E-4BDE-88AC-23BC332C2C61}" dt="2024-02-16T09:41:58.580" v="1499" actId="21"/>
          <ac:picMkLst>
            <pc:docMk/>
            <pc:sldMk cId="2524852838" sldId="356"/>
            <ac:picMk id="13" creationId="{50F93086-7C92-781C-5230-EACF03831150}"/>
          </ac:picMkLst>
        </pc:picChg>
        <pc:picChg chg="add del mod">
          <ac:chgData name="Nimita Arora" userId="bce441479ebfac8e" providerId="LiveId" clId="{BE098558-DF9E-4BDE-88AC-23BC332C2C61}" dt="2024-02-16T09:42:26.725" v="1503" actId="21"/>
          <ac:picMkLst>
            <pc:docMk/>
            <pc:sldMk cId="2524852838" sldId="356"/>
            <ac:picMk id="15" creationId="{614C49BD-2C75-4463-B5E5-FBC2CC3990D2}"/>
          </ac:picMkLst>
        </pc:picChg>
        <pc:picChg chg="add del mod">
          <ac:chgData name="Nimita Arora" userId="bce441479ebfac8e" providerId="LiveId" clId="{BE098558-DF9E-4BDE-88AC-23BC332C2C61}" dt="2024-02-16T09:48:46.375" v="1509" actId="21"/>
          <ac:picMkLst>
            <pc:docMk/>
            <pc:sldMk cId="2524852838" sldId="356"/>
            <ac:picMk id="17" creationId="{27682CD4-42A7-17E3-3F1D-5497F89467BE}"/>
          </ac:picMkLst>
        </pc:picChg>
        <pc:picChg chg="add mod">
          <ac:chgData name="Nimita Arora" userId="bce441479ebfac8e" providerId="LiveId" clId="{BE098558-DF9E-4BDE-88AC-23BC332C2C61}" dt="2024-02-16T09:41:53.870" v="1498" actId="931"/>
          <ac:picMkLst>
            <pc:docMk/>
            <pc:sldMk cId="2524852838" sldId="356"/>
            <ac:picMk id="23" creationId="{D5828C06-DC99-3ADF-CEF2-0CD29796832E}"/>
          </ac:picMkLst>
        </pc:picChg>
      </pc:sldChg>
      <pc:sldChg chg="new del">
        <pc:chgData name="Nimita Arora" userId="bce441479ebfac8e" providerId="LiveId" clId="{BE098558-DF9E-4BDE-88AC-23BC332C2C61}" dt="2024-02-16T09:36:02.605" v="1112" actId="2696"/>
        <pc:sldMkLst>
          <pc:docMk/>
          <pc:sldMk cId="4096805483" sldId="357"/>
        </pc:sldMkLst>
      </pc:sldChg>
      <pc:sldChg chg="addSp modSp new mod modTransition">
        <pc:chgData name="Nimita Arora" userId="bce441479ebfac8e" providerId="LiveId" clId="{BE098558-DF9E-4BDE-88AC-23BC332C2C61}" dt="2024-02-20T09:24:18.625" v="3149" actId="2711"/>
        <pc:sldMkLst>
          <pc:docMk/>
          <pc:sldMk cId="1032389281" sldId="358"/>
        </pc:sldMkLst>
        <pc:spChg chg="mod">
          <ac:chgData name="Nimita Arora" userId="bce441479ebfac8e" providerId="LiveId" clId="{BE098558-DF9E-4BDE-88AC-23BC332C2C61}" dt="2024-02-20T09:23:36.687" v="3145" actId="115"/>
          <ac:spMkLst>
            <pc:docMk/>
            <pc:sldMk cId="1032389281" sldId="358"/>
            <ac:spMk id="2" creationId="{BBD70087-96D7-54F0-74F7-79D20E525D30}"/>
          </ac:spMkLst>
        </pc:spChg>
        <pc:spChg chg="mod">
          <ac:chgData name="Nimita Arora" userId="bce441479ebfac8e" providerId="LiveId" clId="{BE098558-DF9E-4BDE-88AC-23BC332C2C61}" dt="2024-02-20T09:24:18.625" v="3149" actId="2711"/>
          <ac:spMkLst>
            <pc:docMk/>
            <pc:sldMk cId="1032389281" sldId="358"/>
            <ac:spMk id="3" creationId="{BEDBCB19-1D24-033A-A15E-85A12A72D611}"/>
          </ac:spMkLst>
        </pc:spChg>
        <pc:picChg chg="add mod">
          <ac:chgData name="Nimita Arora" userId="bce441479ebfac8e" providerId="LiveId" clId="{BE098558-DF9E-4BDE-88AC-23BC332C2C61}" dt="2024-02-20T07:49:09.572" v="2700" actId="207"/>
          <ac:picMkLst>
            <pc:docMk/>
            <pc:sldMk cId="1032389281" sldId="358"/>
            <ac:picMk id="11" creationId="{6B39DCEE-414B-765C-CB0E-00FC93A8E2BC}"/>
          </ac:picMkLst>
        </pc:picChg>
        <pc:picChg chg="add mod">
          <ac:chgData name="Nimita Arora" userId="bce441479ebfac8e" providerId="LiveId" clId="{BE098558-DF9E-4BDE-88AC-23BC332C2C61}" dt="2024-02-20T07:31:36.794" v="2537" actId="1076"/>
          <ac:picMkLst>
            <pc:docMk/>
            <pc:sldMk cId="1032389281" sldId="358"/>
            <ac:picMk id="13" creationId="{50F93086-7C92-781C-5230-EACF03831150}"/>
          </ac:picMkLst>
        </pc:picChg>
        <pc:picChg chg="add mod">
          <ac:chgData name="Nimita Arora" userId="bce441479ebfac8e" providerId="LiveId" clId="{BE098558-DF9E-4BDE-88AC-23BC332C2C61}" dt="2024-02-20T07:33:57.496" v="2687" actId="1076"/>
          <ac:picMkLst>
            <pc:docMk/>
            <pc:sldMk cId="1032389281" sldId="358"/>
            <ac:picMk id="15" creationId="{614C49BD-2C75-4463-B5E5-FBC2CC3990D2}"/>
          </ac:picMkLst>
        </pc:picChg>
        <pc:picChg chg="add mod">
          <ac:chgData name="Nimita Arora" userId="bce441479ebfac8e" providerId="LiveId" clId="{BE098558-DF9E-4BDE-88AC-23BC332C2C61}" dt="2024-02-20T07:31:39.216" v="2538" actId="1076"/>
          <ac:picMkLst>
            <pc:docMk/>
            <pc:sldMk cId="1032389281" sldId="358"/>
            <ac:picMk id="17" creationId="{27682CD4-42A7-17E3-3F1D-5497F89467BE}"/>
          </ac:picMkLst>
        </pc:picChg>
      </pc:sldChg>
      <pc:sldChg chg="addSp delSp modSp new mod modClrScheme chgLayout">
        <pc:chgData name="Nimita Arora" userId="bce441479ebfac8e" providerId="LiveId" clId="{BE098558-DF9E-4BDE-88AC-23BC332C2C61}" dt="2024-02-20T09:26:08.264" v="3207" actId="20577"/>
        <pc:sldMkLst>
          <pc:docMk/>
          <pc:sldMk cId="1219159931" sldId="359"/>
        </pc:sldMkLst>
        <pc:spChg chg="add del mod ord">
          <ac:chgData name="Nimita Arora" userId="bce441479ebfac8e" providerId="LiveId" clId="{BE098558-DF9E-4BDE-88AC-23BC332C2C61}" dt="2024-02-16T09:51:08.029" v="1595" actId="6264"/>
          <ac:spMkLst>
            <pc:docMk/>
            <pc:sldMk cId="1219159931" sldId="359"/>
            <ac:spMk id="2" creationId="{0CFE5D43-23DA-8E67-F1A9-A4025F19E27E}"/>
          </ac:spMkLst>
        </pc:spChg>
        <pc:spChg chg="mod ord">
          <ac:chgData name="Nimita Arora" userId="bce441479ebfac8e" providerId="LiveId" clId="{BE098558-DF9E-4BDE-88AC-23BC332C2C61}" dt="2024-02-20T09:26:08.264" v="3207" actId="20577"/>
          <ac:spMkLst>
            <pc:docMk/>
            <pc:sldMk cId="1219159931" sldId="359"/>
            <ac:spMk id="3" creationId="{82FE4121-EAF5-33BC-F018-32CFC2DE140B}"/>
          </ac:spMkLst>
        </pc:spChg>
        <pc:spChg chg="add del mod ord">
          <ac:chgData name="Nimita Arora" userId="bce441479ebfac8e" providerId="LiveId" clId="{BE098558-DF9E-4BDE-88AC-23BC332C2C61}" dt="2024-02-16T09:50:59.488" v="1593" actId="700"/>
          <ac:spMkLst>
            <pc:docMk/>
            <pc:sldMk cId="1219159931" sldId="359"/>
            <ac:spMk id="4" creationId="{315115E0-D2E6-D204-85C6-5D777E4701CF}"/>
          </ac:spMkLst>
        </pc:spChg>
        <pc:spChg chg="add del mod">
          <ac:chgData name="Nimita Arora" userId="bce441479ebfac8e" providerId="LiveId" clId="{BE098558-DF9E-4BDE-88AC-23BC332C2C61}" dt="2024-02-16T09:51:08.029" v="1595" actId="6264"/>
          <ac:spMkLst>
            <pc:docMk/>
            <pc:sldMk cId="1219159931" sldId="359"/>
            <ac:spMk id="5" creationId="{73D52C37-D028-551F-4A48-2563843DDBAF}"/>
          </ac:spMkLst>
        </pc:spChg>
        <pc:spChg chg="add del mod ord">
          <ac:chgData name="Nimita Arora" userId="bce441479ebfac8e" providerId="LiveId" clId="{BE098558-DF9E-4BDE-88AC-23BC332C2C61}" dt="2024-02-16T09:51:09.073" v="1596" actId="6264"/>
          <ac:spMkLst>
            <pc:docMk/>
            <pc:sldMk cId="1219159931" sldId="359"/>
            <ac:spMk id="6" creationId="{B43E7DE0-CB0F-9261-1C5E-D234D5BE6EFD}"/>
          </ac:spMkLst>
        </pc:spChg>
        <pc:spChg chg="add del mod">
          <ac:chgData name="Nimita Arora" userId="bce441479ebfac8e" providerId="LiveId" clId="{BE098558-DF9E-4BDE-88AC-23BC332C2C61}" dt="2024-02-16T09:51:09.073" v="1596" actId="6264"/>
          <ac:spMkLst>
            <pc:docMk/>
            <pc:sldMk cId="1219159931" sldId="359"/>
            <ac:spMk id="7" creationId="{555DDC86-01D8-4519-D7AE-6D63E7A0E0EF}"/>
          </ac:spMkLst>
        </pc:spChg>
        <pc:spChg chg="add del mod ord">
          <ac:chgData name="Nimita Arora" userId="bce441479ebfac8e" providerId="LiveId" clId="{BE098558-DF9E-4BDE-88AC-23BC332C2C61}" dt="2024-02-16T09:51:09.777" v="1597" actId="6264"/>
          <ac:spMkLst>
            <pc:docMk/>
            <pc:sldMk cId="1219159931" sldId="359"/>
            <ac:spMk id="8" creationId="{C6CFD25D-7B9B-8251-3FBE-994C9B665DCD}"/>
          </ac:spMkLst>
        </pc:spChg>
        <pc:spChg chg="add del mod">
          <ac:chgData name="Nimita Arora" userId="bce441479ebfac8e" providerId="LiveId" clId="{BE098558-DF9E-4BDE-88AC-23BC332C2C61}" dt="2024-02-16T09:51:09.777" v="1597" actId="6264"/>
          <ac:spMkLst>
            <pc:docMk/>
            <pc:sldMk cId="1219159931" sldId="359"/>
            <ac:spMk id="9" creationId="{8BB2E3A7-2A22-6EAE-3378-77F2D662A6B3}"/>
          </ac:spMkLst>
        </pc:spChg>
        <pc:spChg chg="add del mod ord">
          <ac:chgData name="Nimita Arora" userId="bce441479ebfac8e" providerId="LiveId" clId="{BE098558-DF9E-4BDE-88AC-23BC332C2C61}" dt="2024-02-16T09:51:10.646" v="1598" actId="6264"/>
          <ac:spMkLst>
            <pc:docMk/>
            <pc:sldMk cId="1219159931" sldId="359"/>
            <ac:spMk id="10" creationId="{E45C1FB6-4D54-3BBE-A6A7-56C6B5F216A4}"/>
          </ac:spMkLst>
        </pc:spChg>
        <pc:spChg chg="add del mod">
          <ac:chgData name="Nimita Arora" userId="bce441479ebfac8e" providerId="LiveId" clId="{BE098558-DF9E-4BDE-88AC-23BC332C2C61}" dt="2024-02-16T09:51:10.646" v="1598" actId="6264"/>
          <ac:spMkLst>
            <pc:docMk/>
            <pc:sldMk cId="1219159931" sldId="359"/>
            <ac:spMk id="11" creationId="{230CB06C-0268-5330-7E0F-AECEA94D49ED}"/>
          </ac:spMkLst>
        </pc:spChg>
        <pc:spChg chg="add del mod ord">
          <ac:chgData name="Nimita Arora" userId="bce441479ebfac8e" providerId="LiveId" clId="{BE098558-DF9E-4BDE-88AC-23BC332C2C61}" dt="2024-02-16T09:52:16.189" v="1604" actId="700"/>
          <ac:spMkLst>
            <pc:docMk/>
            <pc:sldMk cId="1219159931" sldId="359"/>
            <ac:spMk id="12" creationId="{C19131E2-5181-7847-62EF-4C3B6FC5486A}"/>
          </ac:spMkLst>
        </pc:spChg>
        <pc:spChg chg="add del mod ord">
          <ac:chgData name="Nimita Arora" userId="bce441479ebfac8e" providerId="LiveId" clId="{BE098558-DF9E-4BDE-88AC-23BC332C2C61}" dt="2024-02-16T09:51:34.970" v="1603" actId="700"/>
          <ac:spMkLst>
            <pc:docMk/>
            <pc:sldMk cId="1219159931" sldId="359"/>
            <ac:spMk id="13" creationId="{011DDB0F-05A7-4712-A725-DBA01373B72A}"/>
          </ac:spMkLst>
        </pc:spChg>
      </pc:sldChg>
      <pc:sldChg chg="new del">
        <pc:chgData name="Nimita Arora" userId="bce441479ebfac8e" providerId="LiveId" clId="{BE098558-DF9E-4BDE-88AC-23BC332C2C61}" dt="2024-02-16T09:51:31.633" v="1602" actId="680"/>
        <pc:sldMkLst>
          <pc:docMk/>
          <pc:sldMk cId="3690574689" sldId="360"/>
        </pc:sldMkLst>
      </pc:sldChg>
      <pc:sldMasterChg chg="setBg">
        <pc:chgData name="Nimita Arora" userId="bce441479ebfac8e" providerId="LiveId" clId="{BE098558-DF9E-4BDE-88AC-23BC332C2C61}" dt="2024-02-20T06:09:41.373" v="2429"/>
        <pc:sldMasterMkLst>
          <pc:docMk/>
          <pc:sldMasterMk cId="3322491851" sldId="2147483739"/>
        </pc:sldMasterMkLst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E4406B-F708-4E61-982F-0676CE72F55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84E5E75-0761-4A24-9B89-9F635373AA02}">
      <dgm:prSet/>
      <dgm:spPr/>
      <dgm:t>
        <a:bodyPr/>
        <a:lstStyle/>
        <a:p>
          <a:pPr algn="ctr"/>
          <a:r>
            <a:rPr lang="en-US" baseline="0" dirty="0">
              <a:latin typeface="Bookman Old Style" panose="02050604050505020204" pitchFamily="18" charset="0"/>
            </a:rPr>
            <a:t>A</a:t>
          </a:r>
          <a:r>
            <a:rPr lang="en-US" i="0" baseline="0" dirty="0">
              <a:latin typeface="Bookman Old Style" panose="02050604050505020204" pitchFamily="18" charset="0"/>
            </a:rPr>
            <a:t>bsence of any pattern in the returns of asset classes from one year to the next.</a:t>
          </a:r>
          <a:br>
            <a:rPr lang="en-US" i="0" baseline="0" dirty="0">
              <a:latin typeface="Bookman Old Style" panose="02050604050505020204" pitchFamily="18" charset="0"/>
            </a:rPr>
          </a:br>
          <a:r>
            <a:rPr lang="en-US" baseline="0" dirty="0">
              <a:latin typeface="Bookman Old Style" panose="02050604050505020204" pitchFamily="18" charset="0"/>
            </a:rPr>
            <a:t>Do not </a:t>
          </a:r>
          <a:r>
            <a:rPr lang="en-US" i="0" baseline="0" dirty="0">
              <a:latin typeface="Bookman Old Style" panose="02050604050505020204" pitchFamily="18" charset="0"/>
            </a:rPr>
            <a:t>predict the next winning asset class</a:t>
          </a:r>
          <a:br>
            <a:rPr lang="en-US" i="0" baseline="0" dirty="0">
              <a:latin typeface="Bookman Old Style" panose="02050604050505020204" pitchFamily="18" charset="0"/>
            </a:rPr>
          </a:br>
          <a:br>
            <a:rPr lang="en-US" i="0" baseline="0" dirty="0">
              <a:latin typeface="Bookman Old Style" panose="02050604050505020204" pitchFamily="18" charset="0"/>
            </a:rPr>
          </a:br>
          <a:r>
            <a:rPr lang="en-US" i="0" baseline="0" dirty="0">
              <a:latin typeface="Bookman Old Style" panose="02050604050505020204" pitchFamily="18" charset="0"/>
            </a:rPr>
            <a:t>A diversified portfolio may not deliver the highest return in any given year but will perform competitively across market cycles.</a:t>
          </a:r>
          <a:br>
            <a:rPr lang="en-US" i="0" baseline="0" dirty="0">
              <a:latin typeface="Bookman Old Style" panose="02050604050505020204" pitchFamily="18" charset="0"/>
            </a:rPr>
          </a:br>
          <a:br>
            <a:rPr lang="en-US" i="0" baseline="0" dirty="0">
              <a:latin typeface="Bookman Old Style" panose="02050604050505020204" pitchFamily="18" charset="0"/>
            </a:rPr>
          </a:br>
          <a:r>
            <a:rPr lang="en-US" baseline="0" dirty="0">
              <a:latin typeface="Bookman Old Style" panose="02050604050505020204" pitchFamily="18" charset="0"/>
            </a:rPr>
            <a:t>Exception of Small Cap in 2020 and 2021, different asset classes on top in each year</a:t>
          </a:r>
          <a:br>
            <a:rPr lang="en-US" baseline="0" dirty="0">
              <a:latin typeface="Bookman Old Style" panose="02050604050505020204" pitchFamily="18" charset="0"/>
            </a:rPr>
          </a:br>
          <a:br>
            <a:rPr lang="en-US" baseline="0" dirty="0">
              <a:latin typeface="Bookman Old Style" panose="02050604050505020204" pitchFamily="18" charset="0"/>
            </a:rPr>
          </a:br>
          <a:r>
            <a:rPr lang="en-US" baseline="0" dirty="0">
              <a:latin typeface="Bookman Old Style" panose="02050604050505020204" pitchFamily="18" charset="0"/>
            </a:rPr>
            <a:t>Apart from 2016, Gold either ends up being amongst the best asset class in some years and worst in others. No middle way.</a:t>
          </a:r>
          <a:br>
            <a:rPr lang="en-US" baseline="0" dirty="0">
              <a:latin typeface="Bookman Old Style" panose="02050604050505020204" pitchFamily="18" charset="0"/>
            </a:rPr>
          </a:br>
          <a:r>
            <a:rPr lang="en-US" baseline="0" dirty="0">
              <a:latin typeface="Bookman Old Style" panose="02050604050505020204" pitchFamily="18" charset="0"/>
            </a:rPr>
            <a:t>Perfect hedge?</a:t>
          </a:r>
          <a:br>
            <a:rPr lang="en-US" baseline="0" dirty="0">
              <a:latin typeface="Bookman Old Style" panose="02050604050505020204" pitchFamily="18" charset="0"/>
            </a:rPr>
          </a:br>
          <a:br>
            <a:rPr lang="en-US" baseline="0" dirty="0">
              <a:latin typeface="Bookman Old Style" panose="02050604050505020204" pitchFamily="18" charset="0"/>
            </a:rPr>
          </a:br>
          <a:r>
            <a:rPr lang="en-US" baseline="0" dirty="0">
              <a:latin typeface="Bookman Old Style" panose="02050604050505020204" pitchFamily="18" charset="0"/>
            </a:rPr>
            <a:t>Gold slid to bottom of table for 3 years following its run at the top and remained a laggard for 6 years</a:t>
          </a:r>
          <a:br>
            <a:rPr lang="en-US" baseline="0" dirty="0">
              <a:latin typeface="Bookman Old Style" panose="02050604050505020204" pitchFamily="18" charset="0"/>
            </a:rPr>
          </a:br>
          <a:br>
            <a:rPr lang="en-US" baseline="0" dirty="0">
              <a:latin typeface="Bookman Old Style" panose="02050604050505020204" pitchFamily="18" charset="0"/>
            </a:rPr>
          </a:br>
          <a:r>
            <a:rPr lang="en-US" baseline="0" dirty="0">
              <a:latin typeface="Bookman Old Style" panose="02050604050505020204" pitchFamily="18" charset="0"/>
            </a:rPr>
            <a:t>No market linked product for emergency/short term</a:t>
          </a:r>
          <a:br>
            <a:rPr lang="en-US" baseline="0" dirty="0">
              <a:latin typeface="Bookman Old Style" panose="02050604050505020204" pitchFamily="18" charset="0"/>
            </a:rPr>
          </a:br>
          <a:br>
            <a:rPr lang="en-US" baseline="0" dirty="0">
              <a:latin typeface="Bookman Old Style" panose="02050604050505020204" pitchFamily="18" charset="0"/>
            </a:rPr>
          </a:br>
          <a:r>
            <a:rPr lang="en-US" baseline="0" dirty="0">
              <a:latin typeface="Bookman Old Style" panose="02050604050505020204" pitchFamily="18" charset="0"/>
            </a:rPr>
            <a:t>Large Cap Funds a no brainer. Apart from 2015 ,large caps have always given positive returns</a:t>
          </a:r>
          <a:br>
            <a:rPr lang="en-US" baseline="0" dirty="0">
              <a:latin typeface="Bookman Old Style" panose="02050604050505020204" pitchFamily="18" charset="0"/>
            </a:rPr>
          </a:br>
          <a:br>
            <a:rPr lang="en-US" baseline="0" dirty="0">
              <a:latin typeface="Bookman Old Style" panose="02050604050505020204" pitchFamily="18" charset="0"/>
            </a:rPr>
          </a:br>
          <a:r>
            <a:rPr lang="en-US" baseline="0" dirty="0">
              <a:latin typeface="Bookman Old Style" panose="02050604050505020204" pitchFamily="18" charset="0"/>
            </a:rPr>
            <a:t>2020 was covid year. My March, even 40 years of experienced experts predicted doomsday. No asset class gave negative returns. Most were proved wrong. No one can predict correctly.</a:t>
          </a:r>
          <a:br>
            <a:rPr lang="en-IN" baseline="0" dirty="0">
              <a:latin typeface="Bookman Old Style" panose="02050604050505020204" pitchFamily="18" charset="0"/>
            </a:rPr>
          </a:br>
          <a:br>
            <a:rPr lang="en-US" baseline="0" dirty="0">
              <a:latin typeface="Bookman Old Style" panose="02050604050505020204" pitchFamily="18" charset="0"/>
            </a:rPr>
          </a:br>
          <a:r>
            <a:rPr lang="en-US" baseline="0" dirty="0">
              <a:latin typeface="Bookman Old Style" panose="02050604050505020204" pitchFamily="18" charset="0"/>
            </a:rPr>
            <a:t>Rebalance </a:t>
          </a:r>
          <a:r>
            <a:rPr lang="en-US" baseline="0" dirty="0">
              <a:latin typeface="Bookman Old Style" panose="02050604050505020204" pitchFamily="18" charset="0"/>
              <a:sym typeface="Wingdings" panose="05000000000000000000" pitchFamily="2" charset="2"/>
            </a:rPr>
            <a:t></a:t>
          </a:r>
          <a:r>
            <a:rPr lang="en-US" baseline="0" dirty="0">
              <a:latin typeface="Bookman Old Style" panose="02050604050505020204" pitchFamily="18" charset="0"/>
            </a:rPr>
            <a:t> Re allocate</a:t>
          </a:r>
          <a:br>
            <a:rPr lang="en-US" baseline="0" dirty="0">
              <a:latin typeface="Bookman Old Style" panose="02050604050505020204" pitchFamily="18" charset="0"/>
            </a:rPr>
          </a:br>
          <a:br>
            <a:rPr lang="en-US" baseline="0" dirty="0">
              <a:latin typeface="Bookman Old Style" panose="02050604050505020204" pitchFamily="18" charset="0"/>
            </a:rPr>
          </a:br>
          <a:endParaRPr lang="en-IN" dirty="0">
            <a:latin typeface="Bookman Old Style" panose="02050604050505020204" pitchFamily="18" charset="0"/>
          </a:endParaRPr>
        </a:p>
      </dgm:t>
    </dgm:pt>
    <dgm:pt modelId="{0A74AABD-F934-47B6-9B21-9A9F704384C0}" type="parTrans" cxnId="{D8CC04CC-DAFD-46A6-ACAA-D64D207BF8E3}">
      <dgm:prSet/>
      <dgm:spPr/>
      <dgm:t>
        <a:bodyPr/>
        <a:lstStyle/>
        <a:p>
          <a:endParaRPr lang="en-IN"/>
        </a:p>
      </dgm:t>
    </dgm:pt>
    <dgm:pt modelId="{BECF0CE1-623E-4343-B7ED-3F8CE19BF3D1}" type="sibTrans" cxnId="{D8CC04CC-DAFD-46A6-ACAA-D64D207BF8E3}">
      <dgm:prSet/>
      <dgm:spPr/>
      <dgm:t>
        <a:bodyPr/>
        <a:lstStyle/>
        <a:p>
          <a:endParaRPr lang="en-IN"/>
        </a:p>
      </dgm:t>
    </dgm:pt>
    <dgm:pt modelId="{A29D8A01-8565-4C6D-8C87-C09F9B3AC9B7}" type="pres">
      <dgm:prSet presAssocID="{76E4406B-F708-4E61-982F-0676CE72F55E}" presName="linear" presStyleCnt="0">
        <dgm:presLayoutVars>
          <dgm:animLvl val="lvl"/>
          <dgm:resizeHandles val="exact"/>
        </dgm:presLayoutVars>
      </dgm:prSet>
      <dgm:spPr/>
    </dgm:pt>
    <dgm:pt modelId="{A036B4E2-7A70-46F8-96ED-FA1FA9C2C8D7}" type="pres">
      <dgm:prSet presAssocID="{284E5E75-0761-4A24-9B89-9F635373AA02}" presName="parentText" presStyleLbl="node1" presStyleIdx="0" presStyleCnt="1" custScaleY="91197">
        <dgm:presLayoutVars>
          <dgm:chMax val="0"/>
          <dgm:bulletEnabled val="1"/>
        </dgm:presLayoutVars>
      </dgm:prSet>
      <dgm:spPr/>
    </dgm:pt>
  </dgm:ptLst>
  <dgm:cxnLst>
    <dgm:cxn modelId="{31D37926-EB1C-48AE-B739-369EB57ADDB5}" type="presOf" srcId="{76E4406B-F708-4E61-982F-0676CE72F55E}" destId="{A29D8A01-8565-4C6D-8C87-C09F9B3AC9B7}" srcOrd="0" destOrd="0" presId="urn:microsoft.com/office/officeart/2005/8/layout/vList2"/>
    <dgm:cxn modelId="{2B5E27BC-4D45-49B2-88FE-17DDC8BE9CDB}" type="presOf" srcId="{284E5E75-0761-4A24-9B89-9F635373AA02}" destId="{A036B4E2-7A70-46F8-96ED-FA1FA9C2C8D7}" srcOrd="0" destOrd="0" presId="urn:microsoft.com/office/officeart/2005/8/layout/vList2"/>
    <dgm:cxn modelId="{D8CC04CC-DAFD-46A6-ACAA-D64D207BF8E3}" srcId="{76E4406B-F708-4E61-982F-0676CE72F55E}" destId="{284E5E75-0761-4A24-9B89-9F635373AA02}" srcOrd="0" destOrd="0" parTransId="{0A74AABD-F934-47B6-9B21-9A9F704384C0}" sibTransId="{BECF0CE1-623E-4343-B7ED-3F8CE19BF3D1}"/>
    <dgm:cxn modelId="{AA232082-8BC7-4DAF-B530-F104A73AD02F}" type="presParOf" srcId="{A29D8A01-8565-4C6D-8C87-C09F9B3AC9B7}" destId="{A036B4E2-7A70-46F8-96ED-FA1FA9C2C8D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36B4E2-7A70-46F8-96ED-FA1FA9C2C8D7}">
      <dsp:nvSpPr>
        <dsp:cNvPr id="0" name=""/>
        <dsp:cNvSpPr/>
      </dsp:nvSpPr>
      <dsp:spPr>
        <a:xfrm>
          <a:off x="0" y="197916"/>
          <a:ext cx="3926048" cy="6658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 dirty="0">
              <a:latin typeface="Bookman Old Style" panose="02050604050505020204" pitchFamily="18" charset="0"/>
            </a:rPr>
            <a:t>A</a:t>
          </a:r>
          <a:r>
            <a:rPr lang="en-US" sz="1200" i="0" kern="1200" baseline="0" dirty="0">
              <a:latin typeface="Bookman Old Style" panose="02050604050505020204" pitchFamily="18" charset="0"/>
            </a:rPr>
            <a:t>bsence of any pattern in the returns of asset classes from one year to the next.</a:t>
          </a:r>
          <a:br>
            <a:rPr lang="en-US" sz="1200" i="0" kern="1200" baseline="0" dirty="0">
              <a:latin typeface="Bookman Old Style" panose="02050604050505020204" pitchFamily="18" charset="0"/>
            </a:rPr>
          </a:br>
          <a:r>
            <a:rPr lang="en-US" sz="1200" kern="1200" baseline="0" dirty="0">
              <a:latin typeface="Bookman Old Style" panose="02050604050505020204" pitchFamily="18" charset="0"/>
            </a:rPr>
            <a:t>Do not </a:t>
          </a:r>
          <a:r>
            <a:rPr lang="en-US" sz="1200" i="0" kern="1200" baseline="0" dirty="0">
              <a:latin typeface="Bookman Old Style" panose="02050604050505020204" pitchFamily="18" charset="0"/>
            </a:rPr>
            <a:t>predict the next winning asset class</a:t>
          </a:r>
          <a:br>
            <a:rPr lang="en-US" sz="1200" i="0" kern="1200" baseline="0" dirty="0">
              <a:latin typeface="Bookman Old Style" panose="02050604050505020204" pitchFamily="18" charset="0"/>
            </a:rPr>
          </a:br>
          <a:br>
            <a:rPr lang="en-US" sz="1200" i="0" kern="1200" baseline="0" dirty="0">
              <a:latin typeface="Bookman Old Style" panose="02050604050505020204" pitchFamily="18" charset="0"/>
            </a:rPr>
          </a:br>
          <a:r>
            <a:rPr lang="en-US" sz="1200" i="0" kern="1200" baseline="0" dirty="0">
              <a:latin typeface="Bookman Old Style" panose="02050604050505020204" pitchFamily="18" charset="0"/>
            </a:rPr>
            <a:t>A diversified portfolio may not deliver the highest return in any given year but will perform competitively across market cycles.</a:t>
          </a:r>
          <a:br>
            <a:rPr lang="en-US" sz="1200" i="0" kern="1200" baseline="0" dirty="0">
              <a:latin typeface="Bookman Old Style" panose="02050604050505020204" pitchFamily="18" charset="0"/>
            </a:rPr>
          </a:br>
          <a:br>
            <a:rPr lang="en-US" sz="1200" i="0" kern="1200" baseline="0" dirty="0">
              <a:latin typeface="Bookman Old Style" panose="02050604050505020204" pitchFamily="18" charset="0"/>
            </a:rPr>
          </a:br>
          <a:r>
            <a:rPr lang="en-US" sz="1200" kern="1200" baseline="0" dirty="0">
              <a:latin typeface="Bookman Old Style" panose="02050604050505020204" pitchFamily="18" charset="0"/>
            </a:rPr>
            <a:t>Exception of Small Cap in 2020 and 2021, different asset classes on top in each year</a:t>
          </a:r>
          <a:br>
            <a:rPr lang="en-US" sz="1200" kern="1200" baseline="0" dirty="0">
              <a:latin typeface="Bookman Old Style" panose="02050604050505020204" pitchFamily="18" charset="0"/>
            </a:rPr>
          </a:br>
          <a:br>
            <a:rPr lang="en-US" sz="1200" kern="1200" baseline="0" dirty="0">
              <a:latin typeface="Bookman Old Style" panose="02050604050505020204" pitchFamily="18" charset="0"/>
            </a:rPr>
          </a:br>
          <a:r>
            <a:rPr lang="en-US" sz="1200" kern="1200" baseline="0" dirty="0">
              <a:latin typeface="Bookman Old Style" panose="02050604050505020204" pitchFamily="18" charset="0"/>
            </a:rPr>
            <a:t>Apart from 2016, Gold either ends up being amongst the best asset class in some years and worst in others. No middle way.</a:t>
          </a:r>
          <a:br>
            <a:rPr lang="en-US" sz="1200" kern="1200" baseline="0" dirty="0">
              <a:latin typeface="Bookman Old Style" panose="02050604050505020204" pitchFamily="18" charset="0"/>
            </a:rPr>
          </a:br>
          <a:r>
            <a:rPr lang="en-US" sz="1200" kern="1200" baseline="0" dirty="0">
              <a:latin typeface="Bookman Old Style" panose="02050604050505020204" pitchFamily="18" charset="0"/>
            </a:rPr>
            <a:t>Perfect hedge?</a:t>
          </a:r>
          <a:br>
            <a:rPr lang="en-US" sz="1200" kern="1200" baseline="0" dirty="0">
              <a:latin typeface="Bookman Old Style" panose="02050604050505020204" pitchFamily="18" charset="0"/>
            </a:rPr>
          </a:br>
          <a:br>
            <a:rPr lang="en-US" sz="1200" kern="1200" baseline="0" dirty="0">
              <a:latin typeface="Bookman Old Style" panose="02050604050505020204" pitchFamily="18" charset="0"/>
            </a:rPr>
          </a:br>
          <a:r>
            <a:rPr lang="en-US" sz="1200" kern="1200" baseline="0" dirty="0">
              <a:latin typeface="Bookman Old Style" panose="02050604050505020204" pitchFamily="18" charset="0"/>
            </a:rPr>
            <a:t>Gold slid to bottom of table for 3 years following its run at the top and remained a laggard for 6 years</a:t>
          </a:r>
          <a:br>
            <a:rPr lang="en-US" sz="1200" kern="1200" baseline="0" dirty="0">
              <a:latin typeface="Bookman Old Style" panose="02050604050505020204" pitchFamily="18" charset="0"/>
            </a:rPr>
          </a:br>
          <a:br>
            <a:rPr lang="en-US" sz="1200" kern="1200" baseline="0" dirty="0">
              <a:latin typeface="Bookman Old Style" panose="02050604050505020204" pitchFamily="18" charset="0"/>
            </a:rPr>
          </a:br>
          <a:r>
            <a:rPr lang="en-US" sz="1200" kern="1200" baseline="0" dirty="0">
              <a:latin typeface="Bookman Old Style" panose="02050604050505020204" pitchFamily="18" charset="0"/>
            </a:rPr>
            <a:t>No market linked product for emergency/short term</a:t>
          </a:r>
          <a:br>
            <a:rPr lang="en-US" sz="1200" kern="1200" baseline="0" dirty="0">
              <a:latin typeface="Bookman Old Style" panose="02050604050505020204" pitchFamily="18" charset="0"/>
            </a:rPr>
          </a:br>
          <a:br>
            <a:rPr lang="en-US" sz="1200" kern="1200" baseline="0" dirty="0">
              <a:latin typeface="Bookman Old Style" panose="02050604050505020204" pitchFamily="18" charset="0"/>
            </a:rPr>
          </a:br>
          <a:r>
            <a:rPr lang="en-US" sz="1200" kern="1200" baseline="0" dirty="0">
              <a:latin typeface="Bookman Old Style" panose="02050604050505020204" pitchFamily="18" charset="0"/>
            </a:rPr>
            <a:t>Large Cap Funds a no brainer. Apart from 2015 ,large caps have always given positive returns</a:t>
          </a:r>
          <a:br>
            <a:rPr lang="en-US" sz="1200" kern="1200" baseline="0" dirty="0">
              <a:latin typeface="Bookman Old Style" panose="02050604050505020204" pitchFamily="18" charset="0"/>
            </a:rPr>
          </a:br>
          <a:br>
            <a:rPr lang="en-US" sz="1200" kern="1200" baseline="0" dirty="0">
              <a:latin typeface="Bookman Old Style" panose="02050604050505020204" pitchFamily="18" charset="0"/>
            </a:rPr>
          </a:br>
          <a:r>
            <a:rPr lang="en-US" sz="1200" kern="1200" baseline="0" dirty="0">
              <a:latin typeface="Bookman Old Style" panose="02050604050505020204" pitchFamily="18" charset="0"/>
            </a:rPr>
            <a:t>2020 was covid year. My March, even 40 years of experienced experts predicted doomsday. No asset class gave negative returns. Most were proved wrong. No one can predict correctly.</a:t>
          </a:r>
          <a:br>
            <a:rPr lang="en-IN" sz="1200" kern="1200" baseline="0" dirty="0">
              <a:latin typeface="Bookman Old Style" panose="02050604050505020204" pitchFamily="18" charset="0"/>
            </a:rPr>
          </a:br>
          <a:br>
            <a:rPr lang="en-US" sz="1200" kern="1200" baseline="0" dirty="0">
              <a:latin typeface="Bookman Old Style" panose="02050604050505020204" pitchFamily="18" charset="0"/>
            </a:rPr>
          </a:br>
          <a:r>
            <a:rPr lang="en-US" sz="1200" kern="1200" baseline="0" dirty="0">
              <a:latin typeface="Bookman Old Style" panose="02050604050505020204" pitchFamily="18" charset="0"/>
            </a:rPr>
            <a:t>Rebalance </a:t>
          </a:r>
          <a:r>
            <a:rPr lang="en-US" sz="1200" kern="1200" baseline="0" dirty="0">
              <a:latin typeface="Bookman Old Style" panose="02050604050505020204" pitchFamily="18" charset="0"/>
              <a:sym typeface="Wingdings" panose="05000000000000000000" pitchFamily="2" charset="2"/>
            </a:rPr>
            <a:t></a:t>
          </a:r>
          <a:r>
            <a:rPr lang="en-US" sz="1200" kern="1200" baseline="0" dirty="0">
              <a:latin typeface="Bookman Old Style" panose="02050604050505020204" pitchFamily="18" charset="0"/>
            </a:rPr>
            <a:t> Re allocate</a:t>
          </a:r>
          <a:br>
            <a:rPr lang="en-US" sz="1200" kern="1200" baseline="0" dirty="0">
              <a:latin typeface="Bookman Old Style" panose="02050604050505020204" pitchFamily="18" charset="0"/>
            </a:rPr>
          </a:br>
          <a:br>
            <a:rPr lang="en-US" sz="1200" kern="1200" baseline="0" dirty="0">
              <a:latin typeface="Bookman Old Style" panose="02050604050505020204" pitchFamily="18" charset="0"/>
            </a:rPr>
          </a:br>
          <a:endParaRPr lang="en-IN" sz="1200" kern="1200" dirty="0">
            <a:latin typeface="Bookman Old Style" panose="02050604050505020204" pitchFamily="18" charset="0"/>
          </a:endParaRPr>
        </a:p>
      </dsp:txBody>
      <dsp:txXfrm>
        <a:off x="191654" y="389570"/>
        <a:ext cx="3542740" cy="62748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9T07:01:22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9T07:01:23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9T07:01:24.2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9T06:57:29.4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9T06:56:56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CE87CF-BD8E-447E-96A7-DF8AF1D70880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D1F2D-565B-47E1-AA78-971FF59E4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55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Add you nomination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D1F2D-565B-47E1-AA78-971FF59E4D9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538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2 types of planning insurance n investments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D1F2D-565B-47E1-AA78-971FF59E4D9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30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D1F2D-565B-47E1-AA78-971FF59E4D9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833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D1F2D-565B-47E1-AA78-971FF59E4D9E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103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585C8-9874-41B8-9DC8-6493B6CDF82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B12-3E07-460B-87C5-D6C6E7C37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78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585C8-9874-41B8-9DC8-6493B6CDF82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B12-3E07-460B-87C5-D6C6E7C37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26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585C8-9874-41B8-9DC8-6493B6CDF82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B12-3E07-460B-87C5-D6C6E7C37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66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585C8-9874-41B8-9DC8-6493B6CDF82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B12-3E07-460B-87C5-D6C6E7C37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770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585C8-9874-41B8-9DC8-6493B6CDF82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B12-3E07-460B-87C5-D6C6E7C37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241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585C8-9874-41B8-9DC8-6493B6CDF82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B12-3E07-460B-87C5-D6C6E7C37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437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585C8-9874-41B8-9DC8-6493B6CDF82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B12-3E07-460B-87C5-D6C6E7C37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620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585C8-9874-41B8-9DC8-6493B6CDF82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B12-3E07-460B-87C5-D6C6E7C37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42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585C8-9874-41B8-9DC8-6493B6CDF82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B12-3E07-460B-87C5-D6C6E7C37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187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585C8-9874-41B8-9DC8-6493B6CDF82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B12-3E07-460B-87C5-D6C6E7C37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295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585C8-9874-41B8-9DC8-6493B6CDF82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B12-3E07-460B-87C5-D6C6E7C37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577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585C8-9874-41B8-9DC8-6493B6CDF82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B12-3E07-460B-87C5-D6C6E7C3762F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3584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585C8-9874-41B8-9DC8-6493B6CDF82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B12-3E07-460B-87C5-D6C6E7C37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492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585C8-9874-41B8-9DC8-6493B6CDF82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B12-3E07-460B-87C5-D6C6E7C37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010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585C8-9874-41B8-9DC8-6493B6CDF82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B12-3E07-460B-87C5-D6C6E7C37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1704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585C8-9874-41B8-9DC8-6493B6CDF82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B12-3E07-460B-87C5-D6C6E7C37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092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585C8-9874-41B8-9DC8-6493B6CDF82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B12-3E07-460B-87C5-D6C6E7C37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3284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802E3-0F6C-C179-5C5C-BE658695B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44844-49A3-7C60-A116-F74B96C1C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9D123-6D67-B5CD-2650-60628AC5E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585C8-9874-41B8-9DC8-6493B6CDF82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FBBA6-F9BF-F688-C5FF-3BDFDEE36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B5194-D42D-8494-0CCC-3798A2B66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B12-3E07-460B-87C5-D6C6E7C37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5349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06799-2FC2-A75B-713A-3B009A3F7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08237-9352-3389-2338-3E0DD9234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51549E-25AA-3FC8-C471-E6DFC1F39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725E9-A337-9F9C-1906-578DAD2DA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585C8-9874-41B8-9DC8-6493B6CDF82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82AC9-9F3C-BA70-BA9C-27A6112E1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6644E-3412-3B75-A84B-8EB207F99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B12-3E07-460B-87C5-D6C6E7C37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122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1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D6585C8-9874-41B8-9DC8-6493B6CDF82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22B3B12-3E07-460B-87C5-D6C6E7C37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495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  <p:sldLayoutId id="2147483777" r:id="rId18"/>
    <p:sldLayoutId id="2147483778" r:id="rId1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8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AAECE-AE96-44BE-960A-BAFB714B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699" y="2125683"/>
            <a:ext cx="10515600" cy="16538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i="1" spc="-300" dirty="0">
                <a:solidFill>
                  <a:srgbClr val="00B050"/>
                </a:solidFill>
                <a:latin typeface="Algerian" panose="04020705040A02060702" pitchFamily="82" charset="0"/>
              </a:rPr>
              <a:t>PERSONAL FINANCE &amp; INVESTMENT</a:t>
            </a:r>
            <a:endParaRPr lang="en-IN" sz="6600" i="1" spc="-300" dirty="0">
              <a:solidFill>
                <a:srgbClr val="00B05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7FF878B-79E2-95B0-A412-7880A5E889BD}"/>
                  </a:ext>
                </a:extLst>
              </p14:cNvPr>
              <p14:cNvContentPartPr/>
              <p14:nvPr/>
            </p14:nvContentPartPr>
            <p14:xfrm>
              <a:off x="-1426183" y="504024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7FF878B-79E2-95B0-A412-7880A5E889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432303" y="50341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A187C34-5C5F-D460-5B60-F4DB2C28E8D8}"/>
                  </a:ext>
                </a:extLst>
              </p14:cNvPr>
              <p14:cNvContentPartPr/>
              <p14:nvPr/>
            </p14:nvContentPartPr>
            <p14:xfrm>
              <a:off x="-1426183" y="504024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A187C34-5C5F-D460-5B60-F4DB2C28E8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432303" y="50341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ED8F332-E4A2-7075-A16F-E86C3295545D}"/>
                  </a:ext>
                </a:extLst>
              </p14:cNvPr>
              <p14:cNvContentPartPr/>
              <p14:nvPr/>
            </p14:nvContentPartPr>
            <p14:xfrm>
              <a:off x="-1426183" y="504024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ED8F332-E4A2-7075-A16F-E86C329554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432303" y="503412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720023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w much money is lying unclaimed in banks, LIC, EPF, PPF, Mutual Funds etc. in India">
            <a:extLst>
              <a:ext uri="{FF2B5EF4-FFF2-40B4-BE49-F238E27FC236}">
                <a16:creationId xmlns:a16="http://schemas.microsoft.com/office/drawing/2014/main" id="{71AD9B85-C15A-2A96-9115-61BFC7ED4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26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302B6-CC8C-4AE4-91F8-47CB4DB49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7" y="310696"/>
            <a:ext cx="10515600" cy="1325563"/>
          </a:xfrm>
        </p:spPr>
        <p:txBody>
          <a:bodyPr/>
          <a:lstStyle/>
          <a:p>
            <a:pPr algn="ctr"/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FINANCIAL PLANNING</a:t>
            </a:r>
            <a:endParaRPr lang="en-IN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EEB94F-8B5E-4771-869E-9DBB517CB7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393" y="1517877"/>
            <a:ext cx="6885214" cy="34242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35D3541-15AC-7EB4-83C8-78D0211513C7}"/>
                  </a:ext>
                </a:extLst>
              </p14:cNvPr>
              <p14:cNvContentPartPr/>
              <p14:nvPr/>
            </p14:nvContentPartPr>
            <p14:xfrm>
              <a:off x="5181617" y="244932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35D3541-15AC-7EB4-83C8-78D0211513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75497" y="244320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653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89142-0104-4203-B2C7-420DF5CAA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5064"/>
            <a:ext cx="10515600" cy="1325563"/>
          </a:xfrm>
        </p:spPr>
        <p:txBody>
          <a:bodyPr/>
          <a:lstStyle/>
          <a:p>
            <a:pPr algn="ctr"/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RULES OF INVESTMENTS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7CD3AA-5065-4F44-A82C-2D74600B8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911928"/>
            <a:ext cx="10364452" cy="3099460"/>
          </a:xfrm>
        </p:spPr>
        <p:txBody>
          <a:bodyPr>
            <a:normAutofit/>
          </a:bodyPr>
          <a:lstStyle/>
          <a:p>
            <a:pPr marL="449263" indent="-352425">
              <a:buFont typeface="Wingdings" panose="05000000000000000000" pitchFamily="2" charset="2"/>
              <a:buChar char="§"/>
            </a:pPr>
            <a:r>
              <a:rPr lang="en-IN" sz="2400" i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Return of Capital</a:t>
            </a:r>
          </a:p>
          <a:p>
            <a:pPr marL="449263" indent="-352425">
              <a:buFont typeface="Wingdings" panose="05000000000000000000" pitchFamily="2" charset="2"/>
              <a:buChar char="§"/>
            </a:pPr>
            <a:r>
              <a:rPr lang="en-IN" sz="2400" i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Liquidity</a:t>
            </a:r>
          </a:p>
          <a:p>
            <a:pPr marL="449263" indent="-352425">
              <a:buFont typeface="Wingdings" panose="05000000000000000000" pitchFamily="2" charset="2"/>
              <a:buChar char="§"/>
            </a:pPr>
            <a:r>
              <a:rPr lang="en-IN" sz="2400" i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Return on Capital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AB8CB-AFB4-4F5E-9EA5-D35EC213A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018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85C785-7F48-4BD9-B349-241D95E1F0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9718"/>
            <a:ext cx="6296025" cy="6088696"/>
          </a:xfrm>
        </p:spPr>
      </p:pic>
      <p:pic>
        <p:nvPicPr>
          <p:cNvPr id="2050" name="Picture 2" descr="Deepanshu Bhandari on Twitter: &amp;quot;From Baburao&amp;#39;s style to Kabira speaking.. Hera  Pheri is a Hindi Cinema Classic!! The film was transformational for the  careers of its Lead Trio and the Director.. Join @">
            <a:extLst>
              <a:ext uri="{FF2B5EF4-FFF2-40B4-BE49-F238E27FC236}">
                <a16:creationId xmlns:a16="http://schemas.microsoft.com/office/drawing/2014/main" id="{C4FB528D-7E33-41A3-B379-2B5F10435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713" y="149100"/>
            <a:ext cx="5015950" cy="2833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07FD5B-164E-4C88-B397-0010D726B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3429000"/>
            <a:ext cx="4984638" cy="31894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51C4F3-5AFE-497D-A07A-09077F4DA55C}"/>
              </a:ext>
            </a:extLst>
          </p:cNvPr>
          <p:cNvSpPr txBox="1"/>
          <p:nvPr/>
        </p:nvSpPr>
        <p:spPr>
          <a:xfrm>
            <a:off x="11280663" y="895350"/>
            <a:ext cx="9113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Garamond" panose="02020404030301010803" pitchFamily="18" charset="0"/>
              </a:rPr>
              <a:t>Year 2000: 20 Lacs</a:t>
            </a:r>
          </a:p>
          <a:p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E1DFB4-8CA3-4D00-8285-59D458ADDF6D}"/>
              </a:ext>
            </a:extLst>
          </p:cNvPr>
          <p:cNvSpPr txBox="1"/>
          <p:nvPr/>
        </p:nvSpPr>
        <p:spPr>
          <a:xfrm>
            <a:off x="11280662" y="4419600"/>
            <a:ext cx="9113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Garamond" panose="02020404030301010803" pitchFamily="18" charset="0"/>
              </a:rPr>
              <a:t>Year 2011: 1cr</a:t>
            </a:r>
            <a:endParaRPr lang="en-IN" b="1" i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520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E18425-0B07-479A-87BE-0CC3EBBC116B}"/>
              </a:ext>
            </a:extLst>
          </p:cNvPr>
          <p:cNvSpPr/>
          <p:nvPr/>
        </p:nvSpPr>
        <p:spPr>
          <a:xfrm>
            <a:off x="1665584" y="2629327"/>
            <a:ext cx="2670888" cy="2903255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Fixed Deposits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 Traditional Plans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Endowment/Money Back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Post Office Savings Deposit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PPF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Debt Mutual Funds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C0E60-1B67-41A0-A578-ECE5450ECBA2}"/>
              </a:ext>
            </a:extLst>
          </p:cNvPr>
          <p:cNvSpPr/>
          <p:nvPr/>
        </p:nvSpPr>
        <p:spPr>
          <a:xfrm>
            <a:off x="7602861" y="2629327"/>
            <a:ext cx="2670888" cy="2903255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Equity Mutual Funds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Shares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Bookman Old Style" panose="02050604050505020204" pitchFamily="18" charset="0"/>
              </a:rPr>
              <a:t>ULIP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Real Estate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man Old Style" panose="02050604050505020204" pitchFamily="18" charset="0"/>
              </a:rPr>
              <a:t>Gold/Silver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D4D351-21FA-4ED2-9718-55FFE60BEC25}"/>
              </a:ext>
            </a:extLst>
          </p:cNvPr>
          <p:cNvSpPr/>
          <p:nvPr/>
        </p:nvSpPr>
        <p:spPr>
          <a:xfrm>
            <a:off x="1483099" y="2087460"/>
            <a:ext cx="2978063" cy="54186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rgbClr val="CCECFF"/>
              </a:gs>
            </a:gsLst>
            <a:lin ang="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sz="3200" b="1" dirty="0">
                <a:solidFill>
                  <a:schemeClr val="tx1"/>
                </a:solidFill>
                <a:latin typeface="Garamond" panose="02020404030301010803" pitchFamily="18" charset="0"/>
              </a:rPr>
              <a:t>Fixed Income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BD0009-BEF2-4BE4-8E6B-6BA1401669F1}"/>
              </a:ext>
            </a:extLst>
          </p:cNvPr>
          <p:cNvSpPr/>
          <p:nvPr/>
        </p:nvSpPr>
        <p:spPr>
          <a:xfrm>
            <a:off x="7449273" y="2087460"/>
            <a:ext cx="2978063" cy="54186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rgbClr val="CCECFF"/>
              </a:gs>
            </a:gsLst>
            <a:lin ang="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sz="3200" b="1" dirty="0">
                <a:solidFill>
                  <a:schemeClr val="tx1"/>
                </a:solidFill>
                <a:latin typeface="Garamond" panose="02020404030301010803" pitchFamily="18" charset="0"/>
              </a:rPr>
              <a:t>Market Linked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F3581439-9A56-4E16-97F8-992A114D9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1308254"/>
          </a:xfrm>
        </p:spPr>
        <p:txBody>
          <a:bodyPr/>
          <a:lstStyle/>
          <a:p>
            <a:pPr algn="ctr"/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INVESTMENT OPTIONS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D1929DF-E382-4962-9FA5-513B9CFA2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943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5B0D3-5CA9-4430-A175-2BE282A27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218"/>
            <a:ext cx="10515600" cy="1079443"/>
          </a:xfrm>
        </p:spPr>
        <p:txBody>
          <a:bodyPr/>
          <a:lstStyle/>
          <a:p>
            <a:pPr algn="ctr"/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FINANCIAL GOALS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D70320-A6A1-4524-A5DD-C1351F5A14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8264694"/>
              </p:ext>
            </p:extLst>
          </p:nvPr>
        </p:nvGraphicFramePr>
        <p:xfrm>
          <a:off x="391886" y="1365661"/>
          <a:ext cx="11317181" cy="247333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685377">
                  <a:extLst>
                    <a:ext uri="{9D8B030D-6E8A-4147-A177-3AD203B41FA5}">
                      <a16:colId xmlns:a16="http://schemas.microsoft.com/office/drawing/2014/main" val="1444789675"/>
                    </a:ext>
                  </a:extLst>
                </a:gridCol>
                <a:gridCol w="2892170">
                  <a:extLst>
                    <a:ext uri="{9D8B030D-6E8A-4147-A177-3AD203B41FA5}">
                      <a16:colId xmlns:a16="http://schemas.microsoft.com/office/drawing/2014/main" val="4110017788"/>
                    </a:ext>
                  </a:extLst>
                </a:gridCol>
                <a:gridCol w="4739634">
                  <a:extLst>
                    <a:ext uri="{9D8B030D-6E8A-4147-A177-3AD203B41FA5}">
                      <a16:colId xmlns:a16="http://schemas.microsoft.com/office/drawing/2014/main" val="1711640860"/>
                    </a:ext>
                  </a:extLst>
                </a:gridCol>
              </a:tblGrid>
              <a:tr h="61108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Bookman Old Style" panose="02050604050505020204" pitchFamily="18" charset="0"/>
                        </a:rPr>
                        <a:t>Term</a:t>
                      </a:r>
                      <a:endParaRPr lang="en-IN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marL="96570" marR="965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Bookman Old Style" panose="02050604050505020204" pitchFamily="18" charset="0"/>
                        </a:rPr>
                        <a:t>Time</a:t>
                      </a:r>
                      <a:endParaRPr lang="en-IN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marL="96570" marR="965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Bookman Old Style" panose="02050604050505020204" pitchFamily="18" charset="0"/>
                        </a:rPr>
                        <a:t>Investment Products</a:t>
                      </a:r>
                      <a:endParaRPr lang="en-IN" dirty="0">
                        <a:solidFill>
                          <a:schemeClr val="bg1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marL="96570" marR="96570" anchor="ctr"/>
                </a:tc>
                <a:extLst>
                  <a:ext uri="{0D108BD9-81ED-4DB2-BD59-A6C34878D82A}">
                    <a16:rowId xmlns:a16="http://schemas.microsoft.com/office/drawing/2014/main" val="1117295957"/>
                  </a:ext>
                </a:extLst>
              </a:tr>
              <a:tr h="61108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Bookman Old Style" panose="02050604050505020204" pitchFamily="18" charset="0"/>
                        </a:rPr>
                        <a:t>Short Term Goals</a:t>
                      </a:r>
                    </a:p>
                  </a:txBody>
                  <a:tcPr marL="96570" marR="965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Bookman Old Style" panose="02050604050505020204" pitchFamily="18" charset="0"/>
                        </a:rPr>
                        <a:t>&lt; 3 years</a:t>
                      </a:r>
                    </a:p>
                  </a:txBody>
                  <a:tcPr marL="96570" marR="965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Bookman Old Style" panose="02050604050505020204" pitchFamily="18" charset="0"/>
                        </a:rPr>
                        <a:t>Debt mutual funds, Fixed Deposits</a:t>
                      </a:r>
                    </a:p>
                  </a:txBody>
                  <a:tcPr marL="96570" marR="96570"/>
                </a:tc>
                <a:extLst>
                  <a:ext uri="{0D108BD9-81ED-4DB2-BD59-A6C34878D82A}">
                    <a16:rowId xmlns:a16="http://schemas.microsoft.com/office/drawing/2014/main" val="3418193108"/>
                  </a:ext>
                </a:extLst>
              </a:tr>
              <a:tr h="61108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Bookman Old Style" panose="02050604050505020204" pitchFamily="18" charset="0"/>
                        </a:rPr>
                        <a:t>Medium Term Goals</a:t>
                      </a:r>
                    </a:p>
                  </a:txBody>
                  <a:tcPr marL="96570" marR="965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Bookman Old Style" panose="02050604050505020204" pitchFamily="18" charset="0"/>
                        </a:rPr>
                        <a:t>3 to 7 years</a:t>
                      </a:r>
                    </a:p>
                  </a:txBody>
                  <a:tcPr marL="96570" marR="965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Bookman Old Style" panose="02050604050505020204" pitchFamily="18" charset="0"/>
                        </a:rPr>
                        <a:t>Balanced Funds, Asset allocation funds</a:t>
                      </a:r>
                    </a:p>
                  </a:txBody>
                  <a:tcPr marL="96570" marR="96570"/>
                </a:tc>
                <a:extLst>
                  <a:ext uri="{0D108BD9-81ED-4DB2-BD59-A6C34878D82A}">
                    <a16:rowId xmlns:a16="http://schemas.microsoft.com/office/drawing/2014/main" val="2764879649"/>
                  </a:ext>
                </a:extLst>
              </a:tr>
              <a:tr h="61108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Bookman Old Style" panose="02050604050505020204" pitchFamily="18" charset="0"/>
                        </a:rPr>
                        <a:t>Long Term Goals</a:t>
                      </a:r>
                    </a:p>
                  </a:txBody>
                  <a:tcPr marL="96570" marR="965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Bookman Old Style" panose="02050604050505020204" pitchFamily="18" charset="0"/>
                        </a:rPr>
                        <a:t>&gt; 7 years</a:t>
                      </a:r>
                    </a:p>
                  </a:txBody>
                  <a:tcPr marL="96570" marR="965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Bookman Old Style" panose="02050604050505020204" pitchFamily="18" charset="0"/>
                        </a:rPr>
                        <a:t>Equity mutual funds, Shares, Real Estate, Gold</a:t>
                      </a:r>
                    </a:p>
                  </a:txBody>
                  <a:tcPr marL="96570" marR="96570"/>
                </a:tc>
                <a:extLst>
                  <a:ext uri="{0D108BD9-81ED-4DB2-BD59-A6C34878D82A}">
                    <a16:rowId xmlns:a16="http://schemas.microsoft.com/office/drawing/2014/main" val="112715890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5CD04-8E4B-46BF-B170-6173819C2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7</a:t>
            </a:fld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91E560-87B1-44C7-8B03-9E00BF5F4A50}"/>
              </a:ext>
            </a:extLst>
          </p:cNvPr>
          <p:cNvSpPr/>
          <p:nvPr/>
        </p:nvSpPr>
        <p:spPr>
          <a:xfrm>
            <a:off x="391886" y="4184068"/>
            <a:ext cx="3663823" cy="547255"/>
          </a:xfrm>
          <a:prstGeom prst="roundRect">
            <a:avLst/>
          </a:prstGeom>
          <a:solidFill>
            <a:srgbClr val="C382AB"/>
          </a:solidFill>
          <a:ln>
            <a:solidFill>
              <a:srgbClr val="C382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i="1" dirty="0">
                <a:latin typeface="Bookman Old Style" panose="02050604050505020204" pitchFamily="18" charset="0"/>
              </a:rPr>
              <a:t>Short Term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94CE8A-790C-4551-B583-4CB8BAB79B19}"/>
              </a:ext>
            </a:extLst>
          </p:cNvPr>
          <p:cNvSpPr/>
          <p:nvPr/>
        </p:nvSpPr>
        <p:spPr>
          <a:xfrm>
            <a:off x="4176468" y="4184068"/>
            <a:ext cx="3830787" cy="547255"/>
          </a:xfrm>
          <a:prstGeom prst="roundRect">
            <a:avLst/>
          </a:prstGeom>
          <a:solidFill>
            <a:srgbClr val="C382AB"/>
          </a:solidFill>
          <a:ln>
            <a:solidFill>
              <a:srgbClr val="C382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i="1" dirty="0">
                <a:latin typeface="Bookman Old Style" panose="02050604050505020204" pitchFamily="18" charset="0"/>
              </a:rPr>
              <a:t>Medium</a:t>
            </a:r>
            <a:r>
              <a:rPr lang="en-IN" sz="2400" b="1" dirty="0">
                <a:latin typeface="Bookman Old Style" panose="02050604050505020204" pitchFamily="18" charset="0"/>
              </a:rPr>
              <a:t> Term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E8A31E-86E9-4A44-85BA-0D7B45ECE57C}"/>
              </a:ext>
            </a:extLst>
          </p:cNvPr>
          <p:cNvSpPr/>
          <p:nvPr/>
        </p:nvSpPr>
        <p:spPr>
          <a:xfrm>
            <a:off x="7889487" y="4184068"/>
            <a:ext cx="3819580" cy="547255"/>
          </a:xfrm>
          <a:prstGeom prst="roundRect">
            <a:avLst/>
          </a:prstGeom>
          <a:solidFill>
            <a:srgbClr val="C382AB"/>
          </a:solidFill>
          <a:ln>
            <a:solidFill>
              <a:srgbClr val="C382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i="1" dirty="0">
                <a:latin typeface="Bookman Old Style" panose="02050604050505020204" pitchFamily="18" charset="0"/>
              </a:rPr>
              <a:t>Long</a:t>
            </a:r>
            <a:r>
              <a:rPr lang="en-IN" sz="2400" b="1" dirty="0">
                <a:latin typeface="Bookman Old Style" panose="02050604050505020204" pitchFamily="18" charset="0"/>
              </a:rPr>
              <a:t> Term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82BF88B-6721-4C04-9691-DB3FDD8F068C}"/>
              </a:ext>
            </a:extLst>
          </p:cNvPr>
          <p:cNvCxnSpPr>
            <a:cxnSpLocks/>
          </p:cNvCxnSpPr>
          <p:nvPr/>
        </p:nvCxnSpPr>
        <p:spPr>
          <a:xfrm>
            <a:off x="4120899" y="4184068"/>
            <a:ext cx="0" cy="2183824"/>
          </a:xfrm>
          <a:prstGeom prst="line">
            <a:avLst/>
          </a:prstGeom>
          <a:ln w="28575">
            <a:solidFill>
              <a:srgbClr val="3BC3DE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E5F287-367B-4A3B-BD34-0D8C2A8C5FEF}"/>
              </a:ext>
            </a:extLst>
          </p:cNvPr>
          <p:cNvCxnSpPr>
            <a:cxnSpLocks/>
          </p:cNvCxnSpPr>
          <p:nvPr/>
        </p:nvCxnSpPr>
        <p:spPr>
          <a:xfrm>
            <a:off x="7824296" y="4184068"/>
            <a:ext cx="0" cy="2183824"/>
          </a:xfrm>
          <a:prstGeom prst="line">
            <a:avLst/>
          </a:prstGeom>
          <a:ln w="28575">
            <a:solidFill>
              <a:srgbClr val="3BC3DE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3F08135-210C-4C6A-A251-5A88C3A1F66F}"/>
              </a:ext>
            </a:extLst>
          </p:cNvPr>
          <p:cNvSpPr txBox="1"/>
          <p:nvPr/>
        </p:nvSpPr>
        <p:spPr>
          <a:xfrm>
            <a:off x="417502" y="4901036"/>
            <a:ext cx="34340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Setting </a:t>
            </a:r>
            <a:r>
              <a:rPr lang="en-IN" dirty="0" err="1">
                <a:latin typeface="Bookman Old Style" panose="02050604050505020204" pitchFamily="18" charset="0"/>
              </a:rPr>
              <a:t>Bussiness</a:t>
            </a:r>
            <a:r>
              <a:rPr lang="en-IN" dirty="0">
                <a:latin typeface="Bookman Old Style" panose="02050604050505020204" pitchFamily="18" charset="0"/>
              </a:rPr>
              <a:t> / Practice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Buying 2 Wheeler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Children School Education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3BD940-D81E-4258-BAB9-C88DAAA7F8B9}"/>
              </a:ext>
            </a:extLst>
          </p:cNvPr>
          <p:cNvSpPr txBox="1"/>
          <p:nvPr/>
        </p:nvSpPr>
        <p:spPr>
          <a:xfrm>
            <a:off x="4237839" y="4901036"/>
            <a:ext cx="3592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Foreign vacation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Buy car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Buy home(Downpayment</a:t>
            </a:r>
            <a:r>
              <a:rPr lang="en-IN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D06E21-977F-4762-BEAA-8EE63EE1784E}"/>
              </a:ext>
            </a:extLst>
          </p:cNvPr>
          <p:cNvSpPr txBox="1"/>
          <p:nvPr/>
        </p:nvSpPr>
        <p:spPr>
          <a:xfrm>
            <a:off x="8007256" y="4901036"/>
            <a:ext cx="3592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Children’s education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Children’s marriage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Retirement</a:t>
            </a:r>
          </a:p>
        </p:txBody>
      </p:sp>
    </p:spTree>
    <p:extLst>
      <p:ext uri="{BB962C8B-B14F-4D97-AF65-F5344CB8AC3E}">
        <p14:creationId xmlns:p14="http://schemas.microsoft.com/office/powerpoint/2010/main" val="2588542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3250-3CE7-8BE1-0581-D09CBCC63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26" y="2553153"/>
            <a:ext cx="10515600" cy="1325563"/>
          </a:xfrm>
        </p:spPr>
        <p:txBody>
          <a:bodyPr>
            <a:normAutofit/>
          </a:bodyPr>
          <a:lstStyle/>
          <a:p>
            <a:r>
              <a:rPr lang="en-US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MOST IMPORTANT FINANCIAL GOAL???</a:t>
            </a:r>
            <a:endParaRPr lang="en-IN" i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489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704CA84-65FB-49A0-A3E5-D5B2FDD1B1F5}"/>
              </a:ext>
            </a:extLst>
          </p:cNvPr>
          <p:cNvSpPr txBox="1">
            <a:spLocks/>
          </p:cNvSpPr>
          <p:nvPr/>
        </p:nvSpPr>
        <p:spPr>
          <a:xfrm>
            <a:off x="838200" y="290945"/>
            <a:ext cx="10515600" cy="8952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Different Investment options for Gold</a:t>
            </a:r>
            <a:endParaRPr lang="en-IN" sz="36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</a:endParaRPr>
          </a:p>
        </p:txBody>
      </p:sp>
      <p:pic>
        <p:nvPicPr>
          <p:cNvPr id="5124" name="Picture 4" descr="sovereign gold bonds vs gold etfs vs gold mutual funds&#10;expense ratio&#10;SGB gold etfs gold mutual funds">
            <a:extLst>
              <a:ext uri="{FF2B5EF4-FFF2-40B4-BE49-F238E27FC236}">
                <a16:creationId xmlns:a16="http://schemas.microsoft.com/office/drawing/2014/main" id="{32A459D6-9487-E7BD-C3AB-AF7693461D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48"/>
          <a:stretch/>
        </p:blipFill>
        <p:spPr bwMode="auto">
          <a:xfrm>
            <a:off x="838200" y="1398157"/>
            <a:ext cx="10668990" cy="5168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0BB7AE9-1206-1700-AD63-18429F6C9EF4}"/>
                  </a:ext>
                </a:extLst>
              </p14:cNvPr>
              <p14:cNvContentPartPr/>
              <p14:nvPr/>
            </p14:nvContentPartPr>
            <p14:xfrm>
              <a:off x="870977" y="2035166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0BB7AE9-1206-1700-AD63-18429F6C9E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4857" y="2029046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1525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3">
            <a:extLst>
              <a:ext uri="{FF2B5EF4-FFF2-40B4-BE49-F238E27FC236}">
                <a16:creationId xmlns:a16="http://schemas.microsoft.com/office/drawing/2014/main" id="{EC71A040-0FD4-4857-86FA-3761BF51C778}"/>
              </a:ext>
            </a:extLst>
          </p:cNvPr>
          <p:cNvSpPr txBox="1">
            <a:spLocks/>
          </p:cNvSpPr>
          <p:nvPr/>
        </p:nvSpPr>
        <p:spPr>
          <a:xfrm>
            <a:off x="904108" y="249179"/>
            <a:ext cx="10449692" cy="783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WHY DIVERSIFY?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5C70D6-4567-B5CB-80F9-D94D8B95B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70314" y="938150"/>
            <a:ext cx="14162314" cy="591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032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94EE9C5-710C-D683-5B2C-4301A018D1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2012113"/>
              </p:ext>
            </p:extLst>
          </p:nvPr>
        </p:nvGraphicFramePr>
        <p:xfrm>
          <a:off x="7944375" y="0"/>
          <a:ext cx="3926048" cy="70539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itle 13">
            <a:extLst>
              <a:ext uri="{FF2B5EF4-FFF2-40B4-BE49-F238E27FC236}">
                <a16:creationId xmlns:a16="http://schemas.microsoft.com/office/drawing/2014/main" id="{EC71A040-0FD4-4857-86FA-3761BF51C778}"/>
              </a:ext>
            </a:extLst>
          </p:cNvPr>
          <p:cNvSpPr txBox="1">
            <a:spLocks/>
          </p:cNvSpPr>
          <p:nvPr/>
        </p:nvSpPr>
        <p:spPr>
          <a:xfrm>
            <a:off x="321578" y="119561"/>
            <a:ext cx="7622798" cy="913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WHY DIVERSIFY?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970CC8-3580-411A-DD38-6FB8DD0542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284514" y="938151"/>
            <a:ext cx="9228889" cy="580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842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D87B1-E503-469D-D151-A4DC63DF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1014340"/>
          </a:xfrm>
        </p:spPr>
        <p:txBody>
          <a:bodyPr>
            <a:normAutofit fontScale="90000"/>
          </a:bodyPr>
          <a:lstStyle/>
          <a:p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NPS: A great retirement savings option 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D003F-CED0-C6DC-305A-A017444F4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0047"/>
            <a:ext cx="10515600" cy="44669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i="1" u="sng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Regular Pension After Retirement- </a:t>
            </a:r>
            <a:r>
              <a:rPr lang="en-US" sz="1800" i="1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On maturity, you receive 60% of the corpus as a lump sum payment, and with the remaining 40%, you have to buy annuities.</a:t>
            </a:r>
            <a:endParaRPr lang="en-IN" sz="1800" i="1" dirty="0">
              <a:latin typeface="Bookman Old Style" panose="0205060405050502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b="1" i="1" u="sng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Maximum Lock-in- </a:t>
            </a:r>
            <a:r>
              <a:rPr lang="en-IN" sz="1800" i="1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cannot  withdraw till 60</a:t>
            </a:r>
          </a:p>
          <a:p>
            <a:pPr marL="0" indent="0">
              <a:buNone/>
            </a:pPr>
            <a:r>
              <a:rPr lang="en-IN" b="1" i="1" u="sng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Professional Management- </a:t>
            </a:r>
            <a:r>
              <a:rPr lang="en-US" sz="1800" i="1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by the PFRDA (Pension Fund Regulatory and Development Authority)</a:t>
            </a:r>
            <a:endParaRPr lang="en-IN" sz="1800" i="1" dirty="0">
              <a:latin typeface="Bookman Old Style" panose="0205060405050502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b="1" i="1" u="sng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Choice of Investments-</a:t>
            </a:r>
            <a:r>
              <a:rPr lang="en-IN" sz="1800" b="1" i="1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IN" sz="1800" i="1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ACTIVE AND AUTO CHOICE</a:t>
            </a:r>
            <a:endParaRPr lang="en-IN" sz="18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i="1" u="sng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Additional tax benefit - </a:t>
            </a:r>
            <a:r>
              <a:rPr lang="en-US" sz="1800" i="1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Rs 50,000 in a </a:t>
            </a:r>
            <a:r>
              <a:rPr lang="en-US" sz="1800" i="1" dirty="0" err="1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fy</a:t>
            </a:r>
            <a:r>
              <a:rPr lang="en-US" sz="1800" i="1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Section 80CCD (1B) over and above the Rs 1.5 lakh deduction under Section 80C. </a:t>
            </a:r>
          </a:p>
        </p:txBody>
      </p:sp>
    </p:spTree>
    <p:extLst>
      <p:ext uri="{BB962C8B-B14F-4D97-AF65-F5344CB8AC3E}">
        <p14:creationId xmlns:p14="http://schemas.microsoft.com/office/powerpoint/2010/main" val="2514165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1C519-4800-FBC1-6B97-3739AF62C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1044028"/>
          </a:xfrm>
        </p:spPr>
        <p:txBody>
          <a:bodyPr/>
          <a:lstStyle/>
          <a:p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Buying a Home /Renting a Home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BCBF14-874F-40AF-3756-8387D38E9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47553"/>
            <a:ext cx="5181600" cy="3681351"/>
          </a:xfrm>
        </p:spPr>
        <p:txBody>
          <a:bodyPr/>
          <a:lstStyle/>
          <a:p>
            <a:r>
              <a:rPr lang="en-IN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Long term commitment</a:t>
            </a:r>
          </a:p>
          <a:p>
            <a:r>
              <a:rPr lang="en-IN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Tax benefits</a:t>
            </a:r>
          </a:p>
          <a:p>
            <a:r>
              <a:rPr lang="en-IN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Sense of stability &amp; security</a:t>
            </a:r>
          </a:p>
          <a:p>
            <a:r>
              <a:rPr lang="en-IN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High Upfront Costs+ </a:t>
            </a:r>
            <a:r>
              <a:rPr lang="en-IN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IN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aintenance</a:t>
            </a:r>
          </a:p>
          <a:p>
            <a:r>
              <a:rPr lang="en-IN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Illiquid asset</a:t>
            </a:r>
          </a:p>
          <a:p>
            <a:r>
              <a:rPr lang="en-IN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Ownership</a:t>
            </a:r>
            <a:endParaRPr lang="en-IN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effectLst/>
            </a:endParaRPr>
          </a:p>
          <a:p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916C28-6DB2-BA2B-F03F-D4EAC541F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7551"/>
            <a:ext cx="5181600" cy="3538849"/>
          </a:xfrm>
        </p:spPr>
        <p:txBody>
          <a:bodyPr/>
          <a:lstStyle/>
          <a:p>
            <a:r>
              <a:rPr lang="en-IN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No long term commitment</a:t>
            </a:r>
          </a:p>
          <a:p>
            <a:r>
              <a:rPr lang="en-IN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No maintenance cost</a:t>
            </a:r>
          </a:p>
          <a:p>
            <a:r>
              <a:rPr lang="en-IN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No property tax</a:t>
            </a:r>
          </a:p>
          <a:p>
            <a:r>
              <a:rPr lang="en-IN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Flexibility</a:t>
            </a:r>
          </a:p>
          <a:p>
            <a:r>
              <a:rPr lang="en-IN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No liability</a:t>
            </a:r>
          </a:p>
          <a:p>
            <a:r>
              <a:rPr lang="en-IN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No ownership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0043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FE6F8-EF44-F5C2-A56B-7D43FC012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1008402"/>
          </a:xfrm>
        </p:spPr>
        <p:txBody>
          <a:bodyPr/>
          <a:lstStyle/>
          <a:p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Still want to buy a home….????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5AB50FD-11F4-A87D-041F-D0B38AB54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782083"/>
            <a:ext cx="6477421" cy="40091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i="1" u="sng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Basic thumb rules:</a:t>
            </a:r>
          </a:p>
          <a:p>
            <a:pPr marL="0" indent="0">
              <a:buNone/>
            </a:pPr>
            <a:endParaRPr lang="en-IN" sz="2800" b="1" i="1" u="sng" dirty="0">
              <a:latin typeface="Bookman Old Style" panose="0205060405050502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i="1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Home value &lt; 5 times post-tax income. If annual is 12lakhs than home value shouldn’t be more than 60 lakhs.</a:t>
            </a:r>
          </a:p>
          <a:p>
            <a:r>
              <a:rPr lang="en-IN" i="1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EMI should be &lt;40% of post-tax income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205BD9-BF1E-7BE3-114B-A7567AAAB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196" y="1782083"/>
            <a:ext cx="3962604" cy="313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55770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70087-96D7-54F0-74F7-79D20E525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1162782"/>
          </a:xfrm>
        </p:spPr>
        <p:txBody>
          <a:bodyPr/>
          <a:lstStyle/>
          <a:p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Real Estate Myths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BCB19-1D24-033A-A15E-85A12A72D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911927"/>
            <a:ext cx="10364452" cy="37248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House prices may go up                                     Lure of magnificent returns </a:t>
            </a:r>
          </a:p>
          <a:p>
            <a:pPr marL="0" indent="0">
              <a:buNone/>
            </a:pPr>
            <a:r>
              <a:rPr lang="en-IN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of early 2000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Stocks are riskier than real estate            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IN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 is an Investment </a:t>
            </a:r>
          </a:p>
          <a:p>
            <a:pPr marL="0" indent="0">
              <a:buNone/>
            </a:pPr>
            <a:r>
              <a:rPr lang="en-IN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</a:t>
            </a:r>
          </a:p>
        </p:txBody>
      </p:sp>
      <p:pic>
        <p:nvPicPr>
          <p:cNvPr id="11" name="Content Placeholder 10" descr="Upward trend with solid fill">
            <a:extLst>
              <a:ext uri="{FF2B5EF4-FFF2-40B4-BE49-F238E27FC236}">
                <a16:creationId xmlns:a16="http://schemas.microsoft.com/office/drawing/2014/main" id="{6B39DCEE-414B-765C-CB0E-00FC93A8E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99756" y="2689706"/>
            <a:ext cx="914400" cy="914400"/>
          </a:xfrm>
          <a:prstGeom prst="rect">
            <a:avLst/>
          </a:prstGeom>
        </p:spPr>
      </p:pic>
      <p:pic>
        <p:nvPicPr>
          <p:cNvPr id="13" name="Graphic 12" descr="Dollar with solid fill">
            <a:extLst>
              <a:ext uri="{FF2B5EF4-FFF2-40B4-BE49-F238E27FC236}">
                <a16:creationId xmlns:a16="http://schemas.microsoft.com/office/drawing/2014/main" id="{50F93086-7C92-781C-5230-EACF038311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1487" y="2689706"/>
            <a:ext cx="914400" cy="914400"/>
          </a:xfrm>
          <a:prstGeom prst="rect">
            <a:avLst/>
          </a:prstGeom>
        </p:spPr>
      </p:pic>
      <p:pic>
        <p:nvPicPr>
          <p:cNvPr id="15" name="Graphic 14" descr="Venn diagram with solid fill">
            <a:extLst>
              <a:ext uri="{FF2B5EF4-FFF2-40B4-BE49-F238E27FC236}">
                <a16:creationId xmlns:a16="http://schemas.microsoft.com/office/drawing/2014/main" id="{614C49BD-2C75-4463-B5E5-FBC2CC3990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94758" y="4722421"/>
            <a:ext cx="914400" cy="914400"/>
          </a:xfrm>
          <a:prstGeom prst="rect">
            <a:avLst/>
          </a:prstGeom>
        </p:spPr>
      </p:pic>
      <p:pic>
        <p:nvPicPr>
          <p:cNvPr id="17" name="Graphic 16" descr="Suburban scene with solid fill">
            <a:extLst>
              <a:ext uri="{FF2B5EF4-FFF2-40B4-BE49-F238E27FC236}">
                <a16:creationId xmlns:a16="http://schemas.microsoft.com/office/drawing/2014/main" id="{27682CD4-42A7-17E3-3F1D-5497F89467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88038" y="472242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38928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E4121-EAF5-33BC-F018-32CFC2DE140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03513" y="2405743"/>
            <a:ext cx="10417629" cy="142602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                                    </a:t>
            </a:r>
          </a:p>
          <a:p>
            <a:pPr marL="0" indent="0">
              <a:buNone/>
            </a:pPr>
            <a:r>
              <a:rPr lang="en-IN" sz="3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     </a:t>
            </a:r>
            <a:r>
              <a:rPr lang="en-IN" sz="3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How should the Risk Planning be done…??</a:t>
            </a:r>
          </a:p>
        </p:txBody>
      </p:sp>
    </p:spTree>
    <p:extLst>
      <p:ext uri="{BB962C8B-B14F-4D97-AF65-F5344CB8AC3E}">
        <p14:creationId xmlns:p14="http://schemas.microsoft.com/office/powerpoint/2010/main" val="1219159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No alternative text description for this image">
            <a:extLst>
              <a:ext uri="{FF2B5EF4-FFF2-40B4-BE49-F238E27FC236}">
                <a16:creationId xmlns:a16="http://schemas.microsoft.com/office/drawing/2014/main" id="{14A46C5B-2826-169C-D48A-5D198D5E6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6957" y="1080654"/>
            <a:ext cx="7478086" cy="5528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3">
            <a:extLst>
              <a:ext uri="{FF2B5EF4-FFF2-40B4-BE49-F238E27FC236}">
                <a16:creationId xmlns:a16="http://schemas.microsoft.com/office/drawing/2014/main" id="{8A98B1BE-3985-58EF-4C0D-B6D9B8879D98}"/>
              </a:ext>
            </a:extLst>
          </p:cNvPr>
          <p:cNvSpPr txBox="1">
            <a:spLocks/>
          </p:cNvSpPr>
          <p:nvPr/>
        </p:nvSpPr>
        <p:spPr>
          <a:xfrm>
            <a:off x="904108" y="249180"/>
            <a:ext cx="10449692" cy="5576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RISK PLANNING</a:t>
            </a:r>
          </a:p>
        </p:txBody>
      </p:sp>
    </p:spTree>
    <p:extLst>
      <p:ext uri="{BB962C8B-B14F-4D97-AF65-F5344CB8AC3E}">
        <p14:creationId xmlns:p14="http://schemas.microsoft.com/office/powerpoint/2010/main" val="3805101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5DA93A-94F1-8687-6091-CD676ADAD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223" y="217714"/>
            <a:ext cx="6159606" cy="642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94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86888"/>
            <a:ext cx="10515600" cy="750954"/>
          </a:xfrm>
        </p:spPr>
        <p:txBody>
          <a:bodyPr/>
          <a:lstStyle/>
          <a:p>
            <a:r>
              <a:rPr lang="en-I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TERM PLAN VS TRADITIONAL PLANS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5D68C0-0492-428D-8E02-3481CA05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Surplus is Invested in MF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264ABF-3D82-4437-88CF-060EDB46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19</a:t>
            </a:fld>
            <a:endParaRPr lang="en-IN" dirty="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FB7F582A-73F8-424F-8D59-A97A691D3C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001763"/>
              </p:ext>
            </p:extLst>
          </p:nvPr>
        </p:nvGraphicFramePr>
        <p:xfrm>
          <a:off x="748145" y="1805046"/>
          <a:ext cx="10605654" cy="393073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535218">
                  <a:extLst>
                    <a:ext uri="{9D8B030D-6E8A-4147-A177-3AD203B41FA5}">
                      <a16:colId xmlns:a16="http://schemas.microsoft.com/office/drawing/2014/main" val="1993077275"/>
                    </a:ext>
                  </a:extLst>
                </a:gridCol>
                <a:gridCol w="3535218">
                  <a:extLst>
                    <a:ext uri="{9D8B030D-6E8A-4147-A177-3AD203B41FA5}">
                      <a16:colId xmlns:a16="http://schemas.microsoft.com/office/drawing/2014/main" val="276092239"/>
                    </a:ext>
                  </a:extLst>
                </a:gridCol>
                <a:gridCol w="3535218">
                  <a:extLst>
                    <a:ext uri="{9D8B030D-6E8A-4147-A177-3AD203B41FA5}">
                      <a16:colId xmlns:a16="http://schemas.microsoft.com/office/drawing/2014/main" val="364197552"/>
                    </a:ext>
                  </a:extLst>
                </a:gridCol>
              </a:tblGrid>
              <a:tr h="655123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Particulars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u="none" strike="noStrike" dirty="0">
                          <a:effectLst/>
                          <a:latin typeface="Bookman Old Style" panose="02050604050505020204" pitchFamily="18" charset="0"/>
                        </a:rPr>
                        <a:t>Term Plan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u="none" strike="noStrike" dirty="0">
                          <a:effectLst/>
                          <a:latin typeface="Bookman Old Style" panose="02050604050505020204" pitchFamily="18" charset="0"/>
                        </a:rPr>
                        <a:t>LIC Jeevan Anand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46480414"/>
                  </a:ext>
                </a:extLst>
              </a:tr>
              <a:tr h="65512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u="none" strike="noStrike" dirty="0">
                          <a:effectLst/>
                          <a:latin typeface="Bookman Old Style" panose="02050604050505020204" pitchFamily="18" charset="0"/>
                        </a:rPr>
                        <a:t>Cover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  <a:latin typeface="Bookman Old Style" panose="02050604050505020204" pitchFamily="18" charset="0"/>
                        </a:rPr>
                        <a:t>1 Crore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  <a:latin typeface="Bookman Old Style" panose="02050604050505020204" pitchFamily="18" charset="0"/>
                        </a:rPr>
                        <a:t>1 Crore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17295957"/>
                  </a:ext>
                </a:extLst>
              </a:tr>
              <a:tr h="655123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  <a:latin typeface="Bookman Old Style" panose="02050604050505020204" pitchFamily="18" charset="0"/>
                        </a:rPr>
                        <a:t>Premium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  <a:latin typeface="Bookman Old Style" panose="02050604050505020204" pitchFamily="18" charset="0"/>
                        </a:rPr>
                        <a:t>25,000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  <a:latin typeface="Bookman Old Style" panose="02050604050505020204" pitchFamily="18" charset="0"/>
                        </a:rPr>
                        <a:t>3,71,000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18193108"/>
                  </a:ext>
                </a:extLst>
              </a:tr>
              <a:tr h="655123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  <a:latin typeface="Bookman Old Style" panose="02050604050505020204" pitchFamily="18" charset="0"/>
                        </a:rPr>
                        <a:t>Surplus (Yearly)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  <a:latin typeface="Bookman Old Style" panose="02050604050505020204" pitchFamily="18" charset="0"/>
                        </a:rPr>
                        <a:t>3,46,000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NA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49720075"/>
                  </a:ext>
                </a:extLst>
              </a:tr>
              <a:tr h="655123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  <a:latin typeface="Bookman Old Style" panose="02050604050505020204" pitchFamily="18" charset="0"/>
                        </a:rPr>
                        <a:t>Total Premium (For 30 years)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  <a:latin typeface="Bookman Old Style" panose="02050604050505020204" pitchFamily="18" charset="0"/>
                        </a:rPr>
                        <a:t>7,50,000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  <a:latin typeface="Bookman Old Style" panose="02050604050505020204" pitchFamily="18" charset="0"/>
                        </a:rPr>
                        <a:t>1,11,30,000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16115270"/>
                  </a:ext>
                </a:extLst>
              </a:tr>
              <a:tr h="655123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  <a:latin typeface="Bookman Old Style" panose="02050604050505020204" pitchFamily="18" charset="0"/>
                        </a:rPr>
                        <a:t>Corpus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  <a:latin typeface="Bookman Old Style" panose="02050604050505020204" pitchFamily="18" charset="0"/>
                        </a:rPr>
                        <a:t>₹ 8,35,00,000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  <a:latin typeface="Bookman Old Style" panose="02050604050505020204" pitchFamily="18" charset="0"/>
                        </a:rPr>
                        <a:t>₹ 2.5 to 3 Crores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63345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422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9C710E4-3555-47BF-95DB-F3A0E22A3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568797"/>
              </p:ext>
            </p:extLst>
          </p:nvPr>
        </p:nvGraphicFramePr>
        <p:xfrm>
          <a:off x="359228" y="903514"/>
          <a:ext cx="11484427" cy="5769370"/>
        </p:xfrm>
        <a:graphic>
          <a:graphicData uri="http://schemas.openxmlformats.org/drawingml/2006/table">
            <a:tbl>
              <a:tblPr/>
              <a:tblGrid>
                <a:gridCol w="1474200">
                  <a:extLst>
                    <a:ext uri="{9D8B030D-6E8A-4147-A177-3AD203B41FA5}">
                      <a16:colId xmlns:a16="http://schemas.microsoft.com/office/drawing/2014/main" val="1103279277"/>
                    </a:ext>
                  </a:extLst>
                </a:gridCol>
                <a:gridCol w="425880">
                  <a:extLst>
                    <a:ext uri="{9D8B030D-6E8A-4147-A177-3AD203B41FA5}">
                      <a16:colId xmlns:a16="http://schemas.microsoft.com/office/drawing/2014/main" val="1509437692"/>
                    </a:ext>
                  </a:extLst>
                </a:gridCol>
                <a:gridCol w="425880">
                  <a:extLst>
                    <a:ext uri="{9D8B030D-6E8A-4147-A177-3AD203B41FA5}">
                      <a16:colId xmlns:a16="http://schemas.microsoft.com/office/drawing/2014/main" val="1710094760"/>
                    </a:ext>
                  </a:extLst>
                </a:gridCol>
                <a:gridCol w="401308">
                  <a:extLst>
                    <a:ext uri="{9D8B030D-6E8A-4147-A177-3AD203B41FA5}">
                      <a16:colId xmlns:a16="http://schemas.microsoft.com/office/drawing/2014/main" val="1926091239"/>
                    </a:ext>
                  </a:extLst>
                </a:gridCol>
                <a:gridCol w="458640">
                  <a:extLst>
                    <a:ext uri="{9D8B030D-6E8A-4147-A177-3AD203B41FA5}">
                      <a16:colId xmlns:a16="http://schemas.microsoft.com/office/drawing/2014/main" val="1311166"/>
                    </a:ext>
                  </a:extLst>
                </a:gridCol>
                <a:gridCol w="155611">
                  <a:extLst>
                    <a:ext uri="{9D8B030D-6E8A-4147-A177-3AD203B41FA5}">
                      <a16:colId xmlns:a16="http://schemas.microsoft.com/office/drawing/2014/main" val="3850893373"/>
                    </a:ext>
                  </a:extLst>
                </a:gridCol>
                <a:gridCol w="933660">
                  <a:extLst>
                    <a:ext uri="{9D8B030D-6E8A-4147-A177-3AD203B41FA5}">
                      <a16:colId xmlns:a16="http://schemas.microsoft.com/office/drawing/2014/main" val="3643694878"/>
                    </a:ext>
                  </a:extLst>
                </a:gridCol>
                <a:gridCol w="827190">
                  <a:extLst>
                    <a:ext uri="{9D8B030D-6E8A-4147-A177-3AD203B41FA5}">
                      <a16:colId xmlns:a16="http://schemas.microsoft.com/office/drawing/2014/main" val="3619843175"/>
                    </a:ext>
                  </a:extLst>
                </a:gridCol>
                <a:gridCol w="1025797">
                  <a:extLst>
                    <a:ext uri="{9D8B030D-6E8A-4147-A177-3AD203B41FA5}">
                      <a16:colId xmlns:a16="http://schemas.microsoft.com/office/drawing/2014/main" val="326698063"/>
                    </a:ext>
                  </a:extLst>
                </a:gridCol>
                <a:gridCol w="829238">
                  <a:extLst>
                    <a:ext uri="{9D8B030D-6E8A-4147-A177-3AD203B41FA5}">
                      <a16:colId xmlns:a16="http://schemas.microsoft.com/office/drawing/2014/main" val="3594388244"/>
                    </a:ext>
                  </a:extLst>
                </a:gridCol>
                <a:gridCol w="425880">
                  <a:extLst>
                    <a:ext uri="{9D8B030D-6E8A-4147-A177-3AD203B41FA5}">
                      <a16:colId xmlns:a16="http://schemas.microsoft.com/office/drawing/2014/main" val="3250785941"/>
                    </a:ext>
                  </a:extLst>
                </a:gridCol>
                <a:gridCol w="141278">
                  <a:extLst>
                    <a:ext uri="{9D8B030D-6E8A-4147-A177-3AD203B41FA5}">
                      <a16:colId xmlns:a16="http://schemas.microsoft.com/office/drawing/2014/main" val="2111187418"/>
                    </a:ext>
                  </a:extLst>
                </a:gridCol>
                <a:gridCol w="1482391">
                  <a:extLst>
                    <a:ext uri="{9D8B030D-6E8A-4147-A177-3AD203B41FA5}">
                      <a16:colId xmlns:a16="http://schemas.microsoft.com/office/drawing/2014/main" val="1311785859"/>
                    </a:ext>
                  </a:extLst>
                </a:gridCol>
                <a:gridCol w="655200">
                  <a:extLst>
                    <a:ext uri="{9D8B030D-6E8A-4147-A177-3AD203B41FA5}">
                      <a16:colId xmlns:a16="http://schemas.microsoft.com/office/drawing/2014/main" val="4044849291"/>
                    </a:ext>
                  </a:extLst>
                </a:gridCol>
                <a:gridCol w="679769">
                  <a:extLst>
                    <a:ext uri="{9D8B030D-6E8A-4147-A177-3AD203B41FA5}">
                      <a16:colId xmlns:a16="http://schemas.microsoft.com/office/drawing/2014/main" val="4092368665"/>
                    </a:ext>
                  </a:extLst>
                </a:gridCol>
                <a:gridCol w="534398">
                  <a:extLst>
                    <a:ext uri="{9D8B030D-6E8A-4147-A177-3AD203B41FA5}">
                      <a16:colId xmlns:a16="http://schemas.microsoft.com/office/drawing/2014/main" val="1326055145"/>
                    </a:ext>
                  </a:extLst>
                </a:gridCol>
                <a:gridCol w="608107">
                  <a:extLst>
                    <a:ext uri="{9D8B030D-6E8A-4147-A177-3AD203B41FA5}">
                      <a16:colId xmlns:a16="http://schemas.microsoft.com/office/drawing/2014/main" val="973416033"/>
                    </a:ext>
                  </a:extLst>
                </a:gridCol>
              </a:tblGrid>
              <a:tr h="204877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C80000"/>
                          </a:solidFill>
                          <a:effectLst/>
                          <a:latin typeface="Bookman Old Style" panose="02050604050505020204" pitchFamily="18" charset="0"/>
                        </a:rPr>
                        <a:t>Personal Details</a:t>
                      </a:r>
                    </a:p>
                  </a:txBody>
                  <a:tcPr marL="5629" marR="5629" marT="562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C80000"/>
                          </a:solidFill>
                          <a:effectLst/>
                          <a:latin typeface="Bookman Old Style" panose="02050604050505020204" pitchFamily="18" charset="0"/>
                        </a:rPr>
                        <a:t>Major Goals</a:t>
                      </a:r>
                    </a:p>
                  </a:txBody>
                  <a:tcPr marL="5629" marR="5629" marT="562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80000"/>
                          </a:solidFill>
                          <a:effectLst/>
                          <a:latin typeface="Bookman Old Style" panose="02050604050505020204" pitchFamily="18" charset="0"/>
                        </a:rPr>
                        <a:t>Other Goals</a:t>
                      </a:r>
                    </a:p>
                  </a:txBody>
                  <a:tcPr marL="5629" marR="5629" marT="562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96570"/>
                  </a:ext>
                </a:extLst>
              </a:tr>
              <a:tr h="39905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Particulars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Husband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Wife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Children's Future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Goal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Yes/No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Timeframe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Amount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Priority (H/M/L)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08902"/>
                  </a:ext>
                </a:extLst>
              </a:tr>
              <a:tr h="2964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Name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Child-1 Name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International Vacation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976540"/>
                  </a:ext>
                </a:extLst>
              </a:tr>
              <a:tr h="2964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Work Details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Goal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Graduation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Post Graduation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Marriage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Others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Car Purchase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428866"/>
                  </a:ext>
                </a:extLst>
              </a:tr>
              <a:tr h="2048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Designation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Goal Age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House Purchase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61505"/>
                  </a:ext>
                </a:extLst>
              </a:tr>
              <a:tr h="27230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Company 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Current Value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Home Renovation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439272"/>
                  </a:ext>
                </a:extLst>
              </a:tr>
              <a:tr h="39905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Health History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Or Give a Value Range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Holiday Home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143417"/>
                  </a:ext>
                </a:extLst>
              </a:tr>
              <a:tr h="2964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Date of Birth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(dd/mm/yy)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Priority (H/M/L)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Corpus for Start-up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2419134"/>
                  </a:ext>
                </a:extLst>
              </a:tr>
              <a:tr h="2048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Current Age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Family Gifting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2840093"/>
                  </a:ext>
                </a:extLst>
              </a:tr>
              <a:tr h="2048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Mobile No.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Children's Future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Charity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393864"/>
                  </a:ext>
                </a:extLst>
              </a:tr>
              <a:tr h="2048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Email ID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sng" strike="noStrike">
                          <a:solidFill>
                            <a:srgbClr val="0000FF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sng" strike="noStrike">
                          <a:solidFill>
                            <a:srgbClr val="0000FF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Child-2 Name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Child-birth Expenses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9117652"/>
                  </a:ext>
                </a:extLst>
              </a:tr>
              <a:tr h="2964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Communication Address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sng" strike="noStrike">
                          <a:solidFill>
                            <a:srgbClr val="0000FF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sng" strike="noStrike">
                          <a:solidFill>
                            <a:srgbClr val="0000FF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Goal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Graduation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Post Graduation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Marriage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Others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Big Purchases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9161467"/>
                  </a:ext>
                </a:extLst>
              </a:tr>
              <a:tr h="2048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Retirement Age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Goal Age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Estate for Children 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410859"/>
                  </a:ext>
                </a:extLst>
              </a:tr>
              <a:tr h="27230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Life Expectancy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Current Value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Others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264325"/>
                  </a:ext>
                </a:extLst>
              </a:tr>
              <a:tr h="2964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80000"/>
                          </a:solidFill>
                          <a:effectLst/>
                          <a:latin typeface="Bookman Old Style" panose="02050604050505020204" pitchFamily="18" charset="0"/>
                        </a:rPr>
                        <a:t>Family Details</a:t>
                      </a:r>
                    </a:p>
                  </a:txBody>
                  <a:tcPr marL="5629" marR="5629" marT="56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8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8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8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8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Min-Max Range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6151521"/>
                  </a:ext>
                </a:extLst>
              </a:tr>
              <a:tr h="2964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Particulars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Child-1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Child-2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Father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Mother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Priority (H/M/L)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9345739"/>
                  </a:ext>
                </a:extLst>
              </a:tr>
              <a:tr h="2048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Name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8926300"/>
                  </a:ext>
                </a:extLst>
              </a:tr>
              <a:tr h="2048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Current Status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9284688"/>
                  </a:ext>
                </a:extLst>
              </a:tr>
              <a:tr h="2048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Health History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7169929"/>
                  </a:ext>
                </a:extLst>
              </a:tr>
              <a:tr h="2964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Financially Dependent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504362"/>
                  </a:ext>
                </a:extLst>
              </a:tr>
              <a:tr h="2048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Date of Birth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3141165"/>
                  </a:ext>
                </a:extLst>
              </a:tr>
              <a:tr h="2048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Current Age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5629" marR="5629" marT="562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627031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BD60F4FB-9653-406E-B56E-A1D3E1B50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682"/>
            <a:ext cx="10515600" cy="1036908"/>
          </a:xfrm>
        </p:spPr>
        <p:txBody>
          <a:bodyPr/>
          <a:lstStyle/>
          <a:p>
            <a:pPr algn="ctr"/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Write down the Plan</a:t>
            </a:r>
            <a:endParaRPr lang="en-IN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889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3B6E661-F48E-6589-D8FC-4D00B25D9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373694"/>
              </p:ext>
            </p:extLst>
          </p:nvPr>
        </p:nvGraphicFramePr>
        <p:xfrm>
          <a:off x="585686" y="1019454"/>
          <a:ext cx="4548029" cy="4025850"/>
        </p:xfrm>
        <a:graphic>
          <a:graphicData uri="http://schemas.openxmlformats.org/drawingml/2006/table">
            <a:tbl>
              <a:tblPr/>
              <a:tblGrid>
                <a:gridCol w="2711268">
                  <a:extLst>
                    <a:ext uri="{9D8B030D-6E8A-4147-A177-3AD203B41FA5}">
                      <a16:colId xmlns:a16="http://schemas.microsoft.com/office/drawing/2014/main" val="4072631746"/>
                    </a:ext>
                  </a:extLst>
                </a:gridCol>
                <a:gridCol w="608354">
                  <a:extLst>
                    <a:ext uri="{9D8B030D-6E8A-4147-A177-3AD203B41FA5}">
                      <a16:colId xmlns:a16="http://schemas.microsoft.com/office/drawing/2014/main" val="3602081360"/>
                    </a:ext>
                  </a:extLst>
                </a:gridCol>
                <a:gridCol w="573256">
                  <a:extLst>
                    <a:ext uri="{9D8B030D-6E8A-4147-A177-3AD203B41FA5}">
                      <a16:colId xmlns:a16="http://schemas.microsoft.com/office/drawing/2014/main" val="3172140259"/>
                    </a:ext>
                  </a:extLst>
                </a:gridCol>
                <a:gridCol w="655151">
                  <a:extLst>
                    <a:ext uri="{9D8B030D-6E8A-4147-A177-3AD203B41FA5}">
                      <a16:colId xmlns:a16="http://schemas.microsoft.com/office/drawing/2014/main" val="1243760595"/>
                    </a:ext>
                  </a:extLst>
                </a:gridCol>
              </a:tblGrid>
              <a:tr h="41186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rgbClr val="C80000"/>
                          </a:solidFill>
                          <a:effectLst/>
                          <a:latin typeface="Bookman Old Style" panose="02050604050505020204" pitchFamily="18" charset="0"/>
                        </a:rPr>
                        <a:t>Inflows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656674"/>
                  </a:ext>
                </a:extLst>
              </a:tr>
              <a:tr h="3191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Annual Incomes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Husband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Wife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544435"/>
                  </a:ext>
                </a:extLst>
              </a:tr>
              <a:tr h="41186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Salary Income (Take Home)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534707"/>
                  </a:ext>
                </a:extLst>
              </a:tr>
              <a:tr h="4118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Performance Bonus (Net of TDS)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821093"/>
                  </a:ext>
                </a:extLst>
              </a:tr>
              <a:tr h="41186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Re-imbursements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224413"/>
                  </a:ext>
                </a:extLst>
              </a:tr>
              <a:tr h="41186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Business Income (Net Profit)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3882833"/>
                  </a:ext>
                </a:extLst>
              </a:tr>
              <a:tr h="41186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Rental Income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666753"/>
                  </a:ext>
                </a:extLst>
              </a:tr>
              <a:tr h="41186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Investment Income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2239380"/>
                  </a:ext>
                </a:extLst>
              </a:tr>
              <a:tr h="41186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Total Income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4320208"/>
                  </a:ext>
                </a:extLst>
              </a:tr>
              <a:tr h="41186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Expected Increase in Income (%)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661022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4DA9335A-1E3D-63D2-C54A-F91653451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681"/>
            <a:ext cx="10515600" cy="1054543"/>
          </a:xfrm>
        </p:spPr>
        <p:txBody>
          <a:bodyPr/>
          <a:lstStyle/>
          <a:p>
            <a:pPr algn="ctr"/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Write down the Plan</a:t>
            </a:r>
            <a:endParaRPr lang="en-IN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707D04E-2D2B-C599-52D7-A7CF45A62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50839"/>
              </p:ext>
            </p:extLst>
          </p:nvPr>
        </p:nvGraphicFramePr>
        <p:xfrm>
          <a:off x="5758543" y="1121224"/>
          <a:ext cx="6220085" cy="5532118"/>
        </p:xfrm>
        <a:graphic>
          <a:graphicData uri="http://schemas.openxmlformats.org/drawingml/2006/table">
            <a:tbl>
              <a:tblPr/>
              <a:tblGrid>
                <a:gridCol w="2689936">
                  <a:extLst>
                    <a:ext uri="{9D8B030D-6E8A-4147-A177-3AD203B41FA5}">
                      <a16:colId xmlns:a16="http://schemas.microsoft.com/office/drawing/2014/main" val="2950749825"/>
                    </a:ext>
                  </a:extLst>
                </a:gridCol>
                <a:gridCol w="1570697">
                  <a:extLst>
                    <a:ext uri="{9D8B030D-6E8A-4147-A177-3AD203B41FA5}">
                      <a16:colId xmlns:a16="http://schemas.microsoft.com/office/drawing/2014/main" val="1744401047"/>
                    </a:ext>
                  </a:extLst>
                </a:gridCol>
                <a:gridCol w="1269725">
                  <a:extLst>
                    <a:ext uri="{9D8B030D-6E8A-4147-A177-3AD203B41FA5}">
                      <a16:colId xmlns:a16="http://schemas.microsoft.com/office/drawing/2014/main" val="3578737479"/>
                    </a:ext>
                  </a:extLst>
                </a:gridCol>
                <a:gridCol w="689727">
                  <a:extLst>
                    <a:ext uri="{9D8B030D-6E8A-4147-A177-3AD203B41FA5}">
                      <a16:colId xmlns:a16="http://schemas.microsoft.com/office/drawing/2014/main" val="3643721755"/>
                    </a:ext>
                  </a:extLst>
                </a:gridCol>
              </a:tblGrid>
              <a:tr h="314241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C80000"/>
                          </a:solidFill>
                          <a:effectLst/>
                          <a:latin typeface="Bookman Old Style" panose="02050604050505020204" pitchFamily="18" charset="0"/>
                        </a:rPr>
                        <a:t>Outflows</a:t>
                      </a:r>
                    </a:p>
                  </a:txBody>
                  <a:tcPr marL="9020" marR="9020" marT="90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963663"/>
                  </a:ext>
                </a:extLst>
              </a:tr>
              <a:tr h="3142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Particulars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Monthly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Annual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Bookman Old Style" panose="02050604050505020204" pitchFamily="18" charset="0"/>
                        </a:rPr>
                        <a:t>% of Income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382654"/>
                  </a:ext>
                </a:extLst>
              </a:tr>
              <a:tr h="3142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Food &amp; Grocery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583779"/>
                  </a:ext>
                </a:extLst>
              </a:tr>
              <a:tr h="3142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House Rent / Maintenance / Repair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70317"/>
                  </a:ext>
                </a:extLst>
              </a:tr>
              <a:tr h="3142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Conveyance, Fuel &amp; Maintenance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6907876"/>
                  </a:ext>
                </a:extLst>
              </a:tr>
              <a:tr h="3142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Medicines / Doctor / Healthcare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8168327"/>
                  </a:ext>
                </a:extLst>
              </a:tr>
              <a:tr h="3142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Electricity / Water / Labour / AMCs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6256204"/>
                  </a:ext>
                </a:extLst>
              </a:tr>
              <a:tr h="3142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Mobile / Telephone / Internet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0201820"/>
                  </a:ext>
                </a:extLst>
              </a:tr>
              <a:tr h="3142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Household Expenses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673701"/>
                  </a:ext>
                </a:extLst>
              </a:tr>
              <a:tr h="3142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Clothes &amp; Accessories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7573138"/>
                  </a:ext>
                </a:extLst>
              </a:tr>
              <a:tr h="3142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Shopping, Gifts, Whitegoods, Gadgets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0086058"/>
                  </a:ext>
                </a:extLst>
              </a:tr>
              <a:tr h="1900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Dining / Movies / Sports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11404"/>
                  </a:ext>
                </a:extLst>
              </a:tr>
              <a:tr h="3142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Personal Care / Others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0838450"/>
                  </a:ext>
                </a:extLst>
              </a:tr>
              <a:tr h="3142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Travel &amp; Annual Vacations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3517849"/>
                  </a:ext>
                </a:extLst>
              </a:tr>
              <a:tr h="3142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Lifestyle Expenses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357069"/>
                  </a:ext>
                </a:extLst>
              </a:tr>
              <a:tr h="3142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Children's Schooling/College Expenses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715662"/>
                  </a:ext>
                </a:extLst>
              </a:tr>
              <a:tr h="3142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Contribution to Parents, Siblings etc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872125"/>
                  </a:ext>
                </a:extLst>
              </a:tr>
              <a:tr h="3142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Dependent Expenses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</a:p>
                  </a:txBody>
                  <a:tcPr marL="9020" marR="9020" marT="9020" marB="0" anchor="ctr">
                    <a:lnL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186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319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4F5AE-2707-15D2-4D64-1A59BFD9E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30273"/>
          </a:xfrm>
        </p:spPr>
        <p:txBody>
          <a:bodyPr/>
          <a:lstStyle/>
          <a:p>
            <a:r>
              <a:rPr lang="en-IN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Investments Mistakes/Myths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CD556B-23A2-9C67-4814-8213B5572C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Expecting Too Much returns</a:t>
            </a:r>
          </a:p>
          <a:p>
            <a:r>
              <a:rPr lang="en-IN" dirty="0"/>
              <a:t>No </a:t>
            </a:r>
            <a:r>
              <a:rPr lang="en-IN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Investment</a:t>
            </a:r>
            <a:r>
              <a:rPr lang="en-IN" dirty="0"/>
              <a:t> Goals</a:t>
            </a:r>
          </a:p>
          <a:p>
            <a:r>
              <a:rPr lang="en-IN" dirty="0"/>
              <a:t>Not Diversifying</a:t>
            </a:r>
          </a:p>
          <a:p>
            <a:r>
              <a:rPr lang="en-US" dirty="0"/>
              <a:t>Focusing on the Short Term</a:t>
            </a:r>
            <a:endParaRPr lang="en-IN" dirty="0"/>
          </a:p>
          <a:p>
            <a:r>
              <a:rPr lang="en-IN" dirty="0"/>
              <a:t>Trading Too Much</a:t>
            </a:r>
          </a:p>
          <a:p>
            <a:r>
              <a:rPr lang="en-IN" dirty="0"/>
              <a:t>Not </a:t>
            </a:r>
            <a:r>
              <a:rPr lang="en-IN" dirty="0" err="1"/>
              <a:t>revewing</a:t>
            </a:r>
            <a:r>
              <a:rPr lang="en-IN" dirty="0"/>
              <a:t> &amp; rebalancing</a:t>
            </a:r>
          </a:p>
          <a:p>
            <a:r>
              <a:rPr lang="en-IN" dirty="0"/>
              <a:t>Too many insurance policies</a:t>
            </a:r>
          </a:p>
          <a:p>
            <a:r>
              <a:rPr lang="en-IN" dirty="0"/>
              <a:t>Taking no risk or too little risk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0430EF-DF3D-17B7-EF29-0309ABE4333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Investing Is Complicated</a:t>
            </a:r>
          </a:p>
          <a:p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Savings Will Secure Your Future</a:t>
            </a:r>
          </a:p>
          <a:p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Provident Fund Will Take Care of Post-Retirement Life</a:t>
            </a:r>
          </a:p>
          <a:p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Must Know How To Time The Market</a:t>
            </a:r>
          </a:p>
          <a:p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Buy More Funds To Diversify And Protect Downside</a:t>
            </a:r>
          </a:p>
          <a:p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Buying Life Insurance is an Investment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5267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D1172-E8FE-46B0-8696-5904F6E40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5843451"/>
            <a:ext cx="12192000" cy="101454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000" b="1" i="1" dirty="0">
                <a:solidFill>
                  <a:srgbClr val="FF0000"/>
                </a:solidFill>
                <a:latin typeface="Algerian" panose="04020705040A02060702" pitchFamily="82" charset="0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D3B2AE-770D-0512-504F-CD63E7E79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823" y="270744"/>
            <a:ext cx="8381423" cy="557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097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E51C6B-92F5-F96B-0787-1A74B7DBD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31" y="806076"/>
            <a:ext cx="11519338" cy="60519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6787B5-80C9-96B3-628E-13306781AFA8}"/>
              </a:ext>
            </a:extLst>
          </p:cNvPr>
          <p:cNvSpPr txBox="1"/>
          <p:nvPr/>
        </p:nvSpPr>
        <p:spPr>
          <a:xfrm>
            <a:off x="3489434" y="272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0059FE"/>
                </a:solidFill>
                <a:effectLst/>
                <a:latin typeface="AvenirNextLTPro-Demi"/>
              </a:rPr>
              <a:t>All-time highs don’t mean that markets will crash immediately</a:t>
            </a:r>
            <a:endParaRPr lang="en-US" b="0" i="0" dirty="0">
              <a:solidFill>
                <a:srgbClr val="000000"/>
              </a:solidFill>
              <a:effectLst/>
              <a:latin typeface="AvenirNextLTPro-Demi"/>
            </a:endParaRPr>
          </a:p>
        </p:txBody>
      </p:sp>
    </p:spTree>
    <p:extLst>
      <p:ext uri="{BB962C8B-B14F-4D97-AF65-F5344CB8AC3E}">
        <p14:creationId xmlns:p14="http://schemas.microsoft.com/office/powerpoint/2010/main" val="2052499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609F9-E792-4E7B-B9A1-BDAAFDBED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200" dirty="0"/>
              <a:t>For investments made right before a market crash, returns have turned out to be decent enough IF invested for a long time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D9E8C3-3CE4-E786-DE6A-40F38233AA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0102" y="2366963"/>
            <a:ext cx="7891795" cy="3424237"/>
          </a:xfrm>
        </p:spPr>
      </p:pic>
    </p:spTree>
    <p:extLst>
      <p:ext uri="{BB962C8B-B14F-4D97-AF65-F5344CB8AC3E}">
        <p14:creationId xmlns:p14="http://schemas.microsoft.com/office/powerpoint/2010/main" val="4093012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FA40A-E44F-C61F-457A-F677C5201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276" y="-11112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Equity Returns are non-linear - Missing few best days in the market significantly reduces returns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13A09D-B390-5587-94EC-1EE721A14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24" y="1214440"/>
            <a:ext cx="10321101" cy="561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77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185031B-4213-68C9-D817-E84A90E20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686540"/>
              </p:ext>
            </p:extLst>
          </p:nvPr>
        </p:nvGraphicFramePr>
        <p:xfrm>
          <a:off x="77077" y="299251"/>
          <a:ext cx="4978399" cy="1862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137">
                  <a:extLst>
                    <a:ext uri="{9D8B030D-6E8A-4147-A177-3AD203B41FA5}">
                      <a16:colId xmlns:a16="http://schemas.microsoft.com/office/drawing/2014/main" val="4246789207"/>
                    </a:ext>
                  </a:extLst>
                </a:gridCol>
                <a:gridCol w="2806262">
                  <a:extLst>
                    <a:ext uri="{9D8B030D-6E8A-4147-A177-3AD203B41FA5}">
                      <a16:colId xmlns:a16="http://schemas.microsoft.com/office/drawing/2014/main" val="989293959"/>
                    </a:ext>
                  </a:extLst>
                </a:gridCol>
              </a:tblGrid>
              <a:tr h="407914">
                <a:tc>
                  <a:txBody>
                    <a:bodyPr/>
                    <a:lstStyle/>
                    <a:p>
                      <a:r>
                        <a:rPr lang="en-IN" dirty="0"/>
                        <a:t>Dec 1,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Dec 1, 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225092"/>
                  </a:ext>
                </a:extLst>
              </a:tr>
              <a:tr h="407914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Brent crude: $75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Brent Crude: $ 87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745845"/>
                  </a:ext>
                </a:extLst>
              </a:tr>
              <a:tr h="407914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USD Index: 95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USD index: 106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914625"/>
                  </a:ext>
                </a:extLst>
              </a:tr>
              <a:tr h="638519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 Bond Yield: 1.5 %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 Bond Yield: 3.64%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440405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E0770BC-7BC9-16D6-41DC-66F3A1E07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630979"/>
              </p:ext>
            </p:extLst>
          </p:nvPr>
        </p:nvGraphicFramePr>
        <p:xfrm>
          <a:off x="6096000" y="297690"/>
          <a:ext cx="5484497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357">
                  <a:extLst>
                    <a:ext uri="{9D8B030D-6E8A-4147-A177-3AD203B41FA5}">
                      <a16:colId xmlns:a16="http://schemas.microsoft.com/office/drawing/2014/main" val="1807457892"/>
                    </a:ext>
                  </a:extLst>
                </a:gridCol>
                <a:gridCol w="3639140">
                  <a:extLst>
                    <a:ext uri="{9D8B030D-6E8A-4147-A177-3AD203B41FA5}">
                      <a16:colId xmlns:a16="http://schemas.microsoft.com/office/drawing/2014/main" val="1379064110"/>
                    </a:ext>
                  </a:extLst>
                </a:gridCol>
              </a:tblGrid>
              <a:tr h="300012">
                <a:tc>
                  <a:txBody>
                    <a:bodyPr/>
                    <a:lstStyle/>
                    <a:p>
                      <a:r>
                        <a:rPr lang="en-IN" dirty="0"/>
                        <a:t>FED Rate Hikes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Nifty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963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IN" sz="1800" b="0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  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Fed rate hike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15692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59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IN" sz="1800" b="0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nd 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Fed rate hike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16642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42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IN" sz="1800" b="0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Fed rate hike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17718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057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  <a:r>
                        <a:rPr lang="en-IN" baseline="30000" dirty="0"/>
                        <a:t>th</a:t>
                      </a:r>
                      <a:r>
                        <a:rPr lang="en-IN" dirty="0"/>
                        <a:t> Fed rate hike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18053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80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  <a:r>
                        <a:rPr lang="en-IN" baseline="30000" dirty="0"/>
                        <a:t>th</a:t>
                      </a:r>
                      <a:r>
                        <a:rPr lang="en-IN" dirty="0"/>
                        <a:t> Fed rate hike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18415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851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 more rate hikes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20000??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202988"/>
                  </a:ext>
                </a:extLst>
              </a:tr>
            </a:tbl>
          </a:graphicData>
        </a:graphic>
      </p:graphicFrame>
      <p:pic>
        <p:nvPicPr>
          <p:cNvPr id="6" name="Picture 2" descr="Image preview">
            <a:extLst>
              <a:ext uri="{FF2B5EF4-FFF2-40B4-BE49-F238E27FC236}">
                <a16:creationId xmlns:a16="http://schemas.microsoft.com/office/drawing/2014/main" id="{BEAF8CFF-60AC-5AD3-BCF9-CD4339090C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81" b="18354"/>
          <a:stretch/>
        </p:blipFill>
        <p:spPr bwMode="auto">
          <a:xfrm>
            <a:off x="3749491" y="3601976"/>
            <a:ext cx="4377119" cy="3127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17DE27-F065-97A7-9601-7CEE2241926F}"/>
              </a:ext>
            </a:extLst>
          </p:cNvPr>
          <p:cNvSpPr txBox="1"/>
          <p:nvPr/>
        </p:nvSpPr>
        <p:spPr>
          <a:xfrm>
            <a:off x="77077" y="2256409"/>
            <a:ext cx="2214562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Nifty: 17,100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90D1C1-6448-0D6A-0372-3003B2F95045}"/>
              </a:ext>
            </a:extLst>
          </p:cNvPr>
          <p:cNvSpPr txBox="1"/>
          <p:nvPr/>
        </p:nvSpPr>
        <p:spPr>
          <a:xfrm>
            <a:off x="2476747" y="2266906"/>
            <a:ext cx="2214562" cy="369332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Nifty: 19,000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084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No alternative text description for this image">
            <a:extLst>
              <a:ext uri="{FF2B5EF4-FFF2-40B4-BE49-F238E27FC236}">
                <a16:creationId xmlns:a16="http://schemas.microsoft.com/office/drawing/2014/main" id="{B3B4526F-971A-AE42-8552-8DB28EB51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45" y="590138"/>
            <a:ext cx="10663730" cy="600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58747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E5B38202-A643-BC12-2A07-AA97022CD9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57600" y="3193256"/>
            <a:ext cx="4876800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59917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11B6D9AA-0183-FED5-77B1-2F285E3D3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606" y="1643062"/>
            <a:ext cx="11090788" cy="402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365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472C8821-F3BD-BE07-97BC-9FBB348EA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1" y="847724"/>
            <a:ext cx="8448675" cy="5591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7999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B0FB7BAE-FC2C-00A9-3114-B847768280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32" t="16108" r="1132" b="8054"/>
          <a:stretch/>
        </p:blipFill>
        <p:spPr bwMode="auto">
          <a:xfrm>
            <a:off x="397751" y="525516"/>
            <a:ext cx="11144250" cy="5883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49521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3536B-A049-CA95-DCF9-8909D7D52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527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Avoid Chasing Performance – Past Winners in Equity Mutual Funds may not be Future Winners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117E3E-FA16-1800-C255-1BDBF2281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60" y="1370834"/>
            <a:ext cx="10774279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0583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C5A4843-6CCC-1DD7-CADA-AFA1FD8AC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578" y="234352"/>
            <a:ext cx="8115650" cy="6389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69995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B5F77B55-8D9D-1089-A270-DC21259956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3594274" y="2366963"/>
            <a:ext cx="5003451" cy="342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52549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6A86B-A642-2613-4AE4-95638EF63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Best Finance 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021CB-71E8-28D6-D004-188CB25C6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Intelligent Investor</a:t>
            </a:r>
          </a:p>
          <a:p>
            <a:r>
              <a:rPr lang="en-IN" dirty="0"/>
              <a:t>One up on Wall Street</a:t>
            </a:r>
          </a:p>
          <a:p>
            <a:r>
              <a:rPr lang="en-IN" dirty="0"/>
              <a:t>Poor Charlie’s Almanack</a:t>
            </a:r>
          </a:p>
          <a:p>
            <a:r>
              <a:rPr lang="en-IN" dirty="0"/>
              <a:t>The Almanack of Naval </a:t>
            </a:r>
            <a:r>
              <a:rPr lang="en-IN" dirty="0" err="1"/>
              <a:t>Ravikant</a:t>
            </a:r>
            <a:endParaRPr lang="en-IN" dirty="0"/>
          </a:p>
          <a:p>
            <a:r>
              <a:rPr lang="en-IN" dirty="0"/>
              <a:t>Thinking, Fast and Slow</a:t>
            </a:r>
          </a:p>
          <a:p>
            <a:r>
              <a:rPr lang="en-IN" dirty="0"/>
              <a:t>The Joys of Compounding</a:t>
            </a:r>
          </a:p>
          <a:p>
            <a:r>
              <a:rPr lang="en-IN" dirty="0"/>
              <a:t>The Psychology of Money</a:t>
            </a:r>
          </a:p>
        </p:txBody>
      </p:sp>
    </p:spTree>
    <p:extLst>
      <p:ext uri="{BB962C8B-B14F-4D97-AF65-F5344CB8AC3E}">
        <p14:creationId xmlns:p14="http://schemas.microsoft.com/office/powerpoint/2010/main" val="330141778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20170</TotalTime>
  <Words>1333</Words>
  <Application>Microsoft Office PowerPoint</Application>
  <PresentationFormat>Widescreen</PresentationFormat>
  <Paragraphs>457</Paragraphs>
  <Slides>36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Algerian</vt:lpstr>
      <vt:lpstr>Arial</vt:lpstr>
      <vt:lpstr>AvenirNextLTPro-Demi</vt:lpstr>
      <vt:lpstr>Bookman Old Style</vt:lpstr>
      <vt:lpstr>Calibri</vt:lpstr>
      <vt:lpstr>Garamond</vt:lpstr>
      <vt:lpstr>Tw Cen MT</vt:lpstr>
      <vt:lpstr>Wingdings</vt:lpstr>
      <vt:lpstr>Droplet</vt:lpstr>
      <vt:lpstr>PERSONAL FINANCE &amp; INVESTMENT</vt:lpstr>
      <vt:lpstr>PowerPoint Presentation</vt:lpstr>
      <vt:lpstr>FINANCIAL PLANNING</vt:lpstr>
      <vt:lpstr>RULES OF INVESTMENTS</vt:lpstr>
      <vt:lpstr>PowerPoint Presentation</vt:lpstr>
      <vt:lpstr>INVESTMENT OPTIONS</vt:lpstr>
      <vt:lpstr>FINANCIAL GOALS</vt:lpstr>
      <vt:lpstr>MOST IMPORTANT FINANCIAL GOAL???</vt:lpstr>
      <vt:lpstr>PowerPoint Presentation</vt:lpstr>
      <vt:lpstr>PowerPoint Presentation</vt:lpstr>
      <vt:lpstr>PowerPoint Presentation</vt:lpstr>
      <vt:lpstr>NPS: A great retirement savings option  </vt:lpstr>
      <vt:lpstr>Buying a Home /Renting a Home</vt:lpstr>
      <vt:lpstr>Still want to buy a home….????</vt:lpstr>
      <vt:lpstr>Real Estate Myths</vt:lpstr>
      <vt:lpstr>PowerPoint Presentation</vt:lpstr>
      <vt:lpstr>PowerPoint Presentation</vt:lpstr>
      <vt:lpstr>PowerPoint Presentation</vt:lpstr>
      <vt:lpstr>TERM PLAN VS TRADITIONAL PLANS</vt:lpstr>
      <vt:lpstr>Write down the Plan</vt:lpstr>
      <vt:lpstr>Write down the Plan</vt:lpstr>
      <vt:lpstr>Investments Mistakes/Myths</vt:lpstr>
      <vt:lpstr>PowerPoint Presentation</vt:lpstr>
      <vt:lpstr>PowerPoint Presentation</vt:lpstr>
      <vt:lpstr>For investments made right before a market crash, returns have turned out to be decent enough IF invested for a long time</vt:lpstr>
      <vt:lpstr>Equity Returns are non-linear - Missing few best days in the market significantly reduces returns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Avoid Chasing Performance – Past Winners in Equity Mutual Funds may not be Future Winners</vt:lpstr>
      <vt:lpstr>PowerPoint Presentation</vt:lpstr>
      <vt:lpstr>PowerPoint Presentation</vt:lpstr>
      <vt:lpstr>Best Finance Books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Aditya Singhania</dc:creator>
  <cp:lastModifiedBy>Nimita Arora</cp:lastModifiedBy>
  <cp:revision>99</cp:revision>
  <dcterms:created xsi:type="dcterms:W3CDTF">2022-01-27T06:03:50Z</dcterms:created>
  <dcterms:modified xsi:type="dcterms:W3CDTF">2024-02-20T09:32:20Z</dcterms:modified>
</cp:coreProperties>
</file>